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media/image12.jpg" ContentType="image/jpg"/>
  <Override PartName="/ppt/media/image15.jpg" ContentType="image/jpg"/>
  <Override PartName="/ppt/media/image16.jpg" ContentType="image/jpg"/>
  <Override PartName="/ppt/media/image19.jpg" ContentType="image/jpg"/>
  <Override PartName="/ppt/media/image20.jpg" ContentType="image/jpg"/>
  <Override PartName="/ppt/media/image22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54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6972300" cy="3930650"/>
  <p:notesSz cx="6972300" cy="39306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>
      <p:cViewPr varScale="1">
        <p:scale>
          <a:sx n="141" d="100"/>
          <a:sy n="141" d="100"/>
        </p:scale>
        <p:origin x="73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9684" y="0"/>
            <a:ext cx="6994695" cy="3929626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9715" y="1072436"/>
            <a:ext cx="3897711" cy="868625"/>
          </a:xfrm>
        </p:spPr>
        <p:txBody>
          <a:bodyPr anchor="b">
            <a:noAutofit/>
          </a:bodyPr>
          <a:lstStyle>
            <a:lvl1pPr algn="ctr">
              <a:defRPr sz="3088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9715" y="2096345"/>
            <a:ext cx="3897711" cy="757015"/>
          </a:xfrm>
        </p:spPr>
        <p:txBody>
          <a:bodyPr anchor="t">
            <a:normAutofit/>
          </a:bodyPr>
          <a:lstStyle>
            <a:lvl1pPr marL="0" indent="0" algn="ctr">
              <a:buNone/>
              <a:defRPr sz="1201">
                <a:solidFill>
                  <a:schemeClr val="tx1"/>
                </a:solidFill>
              </a:defRPr>
            </a:lvl1pPr>
            <a:lvl2pPr marL="261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2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84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45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07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688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30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917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65411" y="2887327"/>
            <a:ext cx="513239" cy="160138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39715" y="2887327"/>
            <a:ext cx="2982119" cy="160138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22227" y="2887327"/>
            <a:ext cx="315199" cy="160138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539716" y="2018703"/>
            <a:ext cx="38977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084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798434" y="1387859"/>
            <a:ext cx="53797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618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367" y="1004503"/>
            <a:ext cx="4665750" cy="1044571"/>
          </a:xfrm>
        </p:spPr>
        <p:txBody>
          <a:bodyPr anchor="b">
            <a:normAutofit/>
          </a:bodyPr>
          <a:lstStyle>
            <a:lvl1pPr algn="ctr">
              <a:defRPr sz="251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2366" y="2204357"/>
            <a:ext cx="4665751" cy="547097"/>
          </a:xfrm>
        </p:spPr>
        <p:txBody>
          <a:bodyPr anchor="t">
            <a:normAutofit/>
          </a:bodyPr>
          <a:lstStyle>
            <a:lvl1pPr marL="0" indent="0" algn="ctr">
              <a:buNone/>
              <a:defRPr sz="1373">
                <a:solidFill>
                  <a:schemeClr val="tx1"/>
                </a:solidFill>
              </a:defRPr>
            </a:lvl1pPr>
            <a:lvl2pPr marL="261473" indent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2pPr>
            <a:lvl3pPr marL="522945" indent="0">
              <a:buNone/>
              <a:defRPr sz="915">
                <a:solidFill>
                  <a:schemeClr val="tx1">
                    <a:tint val="75000"/>
                  </a:schemeClr>
                </a:solidFill>
              </a:defRPr>
            </a:lvl3pPr>
            <a:lvl4pPr marL="784418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4pPr>
            <a:lvl5pPr marL="1045891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5pPr>
            <a:lvl6pPr marL="1307363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6pPr>
            <a:lvl7pPr marL="1568836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7pPr>
            <a:lvl8pPr marL="1830309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8pPr>
            <a:lvl9pPr marL="2091781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151026" y="2126715"/>
            <a:ext cx="46684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007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798434" y="1387859"/>
            <a:ext cx="53797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550" y="1467443"/>
            <a:ext cx="2698280" cy="189719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34956" y="1467443"/>
            <a:ext cx="2698280" cy="189719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145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807" y="1523734"/>
            <a:ext cx="2698280" cy="330283"/>
          </a:xfrm>
        </p:spPr>
        <p:txBody>
          <a:bodyPr anchor="b">
            <a:noAutofit/>
          </a:bodyPr>
          <a:lstStyle>
            <a:lvl1pPr marL="0" indent="0">
              <a:spcBef>
                <a:spcPts val="384"/>
              </a:spcBef>
              <a:spcAft>
                <a:spcPts val="343"/>
              </a:spcAft>
              <a:buNone/>
              <a:defRPr sz="1601" b="0">
                <a:solidFill>
                  <a:schemeClr val="accent1"/>
                </a:solidFill>
              </a:defRPr>
            </a:lvl1pPr>
            <a:lvl2pPr marL="261473" indent="0">
              <a:buNone/>
              <a:defRPr sz="1144" b="1"/>
            </a:lvl2pPr>
            <a:lvl3pPr marL="522945" indent="0">
              <a:buNone/>
              <a:defRPr sz="1029" b="1"/>
            </a:lvl3pPr>
            <a:lvl4pPr marL="784418" indent="0">
              <a:buNone/>
              <a:defRPr sz="915" b="1"/>
            </a:lvl4pPr>
            <a:lvl5pPr marL="1045891" indent="0">
              <a:buNone/>
              <a:defRPr sz="915" b="1"/>
            </a:lvl5pPr>
            <a:lvl6pPr marL="1307363" indent="0">
              <a:buNone/>
              <a:defRPr sz="915" b="1"/>
            </a:lvl6pPr>
            <a:lvl7pPr marL="1568836" indent="0">
              <a:buNone/>
              <a:defRPr sz="915" b="1"/>
            </a:lvl7pPr>
            <a:lvl8pPr marL="1830309" indent="0">
              <a:buNone/>
              <a:defRPr sz="915" b="1"/>
            </a:lvl8pPr>
            <a:lvl9pPr marL="2091781" indent="0">
              <a:buNone/>
              <a:defRPr sz="91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807" y="1858870"/>
            <a:ext cx="2698280" cy="150887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34571" y="1523734"/>
            <a:ext cx="2698280" cy="330283"/>
          </a:xfrm>
        </p:spPr>
        <p:txBody>
          <a:bodyPr anchor="b">
            <a:noAutofit/>
          </a:bodyPr>
          <a:lstStyle>
            <a:lvl1pPr marL="0" indent="0">
              <a:spcBef>
                <a:spcPts val="384"/>
              </a:spcBef>
              <a:spcAft>
                <a:spcPts val="343"/>
              </a:spcAft>
              <a:buNone/>
              <a:defRPr sz="1601" b="0">
                <a:solidFill>
                  <a:schemeClr val="accent1"/>
                </a:solidFill>
              </a:defRPr>
            </a:lvl1pPr>
            <a:lvl2pPr marL="261473" indent="0">
              <a:buNone/>
              <a:defRPr sz="1144" b="1"/>
            </a:lvl2pPr>
            <a:lvl3pPr marL="522945" indent="0">
              <a:buNone/>
              <a:defRPr sz="1029" b="1"/>
            </a:lvl3pPr>
            <a:lvl4pPr marL="784418" indent="0">
              <a:buNone/>
              <a:defRPr sz="915" b="1"/>
            </a:lvl4pPr>
            <a:lvl5pPr marL="1045891" indent="0">
              <a:buNone/>
              <a:defRPr sz="915" b="1"/>
            </a:lvl5pPr>
            <a:lvl6pPr marL="1307363" indent="0">
              <a:buNone/>
              <a:defRPr sz="915" b="1"/>
            </a:lvl6pPr>
            <a:lvl7pPr marL="1568836" indent="0">
              <a:buNone/>
              <a:defRPr sz="915" b="1"/>
            </a:lvl7pPr>
            <a:lvl8pPr marL="1830309" indent="0">
              <a:buNone/>
              <a:defRPr sz="915" b="1"/>
            </a:lvl8pPr>
            <a:lvl9pPr marL="2091781" indent="0">
              <a:buNone/>
              <a:defRPr sz="91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34571" y="1858870"/>
            <a:ext cx="2698280" cy="150887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798434" y="1387859"/>
            <a:ext cx="53797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421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798434" y="1387859"/>
            <a:ext cx="53797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863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806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899" y="795836"/>
            <a:ext cx="2126491" cy="786130"/>
          </a:xfrm>
        </p:spPr>
        <p:txBody>
          <a:bodyPr anchor="b">
            <a:normAutofit/>
          </a:bodyPr>
          <a:lstStyle>
            <a:lvl1pPr algn="ctr">
              <a:defRPr sz="137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8801" y="562907"/>
            <a:ext cx="3127851" cy="28048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9899" y="1737249"/>
            <a:ext cx="2126491" cy="1397567"/>
          </a:xfrm>
        </p:spPr>
        <p:txBody>
          <a:bodyPr anchor="t">
            <a:normAutofit/>
          </a:bodyPr>
          <a:lstStyle>
            <a:lvl1pPr marL="0" indent="0" algn="ctr">
              <a:buNone/>
              <a:defRPr sz="915"/>
            </a:lvl1pPr>
            <a:lvl2pPr marL="261473" indent="0">
              <a:buNone/>
              <a:defRPr sz="686"/>
            </a:lvl2pPr>
            <a:lvl3pPr marL="522945" indent="0">
              <a:buNone/>
              <a:defRPr sz="572"/>
            </a:lvl3pPr>
            <a:lvl4pPr marL="784418" indent="0">
              <a:buNone/>
              <a:defRPr sz="515"/>
            </a:lvl4pPr>
            <a:lvl5pPr marL="1045891" indent="0">
              <a:buNone/>
              <a:defRPr sz="515"/>
            </a:lvl5pPr>
            <a:lvl6pPr marL="1307363" indent="0">
              <a:buNone/>
              <a:defRPr sz="515"/>
            </a:lvl6pPr>
            <a:lvl7pPr marL="1568836" indent="0">
              <a:buNone/>
              <a:defRPr sz="515"/>
            </a:lvl7pPr>
            <a:lvl8pPr marL="1830309" indent="0">
              <a:buNone/>
              <a:defRPr sz="515"/>
            </a:lvl8pPr>
            <a:lvl9pPr marL="2091781" indent="0">
              <a:buNone/>
              <a:defRPr sz="5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798434" y="1669313"/>
            <a:ext cx="200985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927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806" y="1079715"/>
            <a:ext cx="3569539" cy="786130"/>
          </a:xfrm>
        </p:spPr>
        <p:txBody>
          <a:bodyPr anchor="b">
            <a:normAutofit/>
          </a:bodyPr>
          <a:lstStyle>
            <a:lvl1pPr algn="ctr">
              <a:defRPr sz="1601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29232" y="596877"/>
            <a:ext cx="1751852" cy="2736897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15"/>
            </a:lvl1pPr>
            <a:lvl2pPr marL="261473" indent="0">
              <a:buNone/>
              <a:defRPr sz="915"/>
            </a:lvl2pPr>
            <a:lvl3pPr marL="522945" indent="0">
              <a:buNone/>
              <a:defRPr sz="915"/>
            </a:lvl3pPr>
            <a:lvl4pPr marL="784418" indent="0">
              <a:buNone/>
              <a:defRPr sz="915"/>
            </a:lvl4pPr>
            <a:lvl5pPr marL="1045891" indent="0">
              <a:buNone/>
              <a:defRPr sz="915"/>
            </a:lvl5pPr>
            <a:lvl6pPr marL="1307363" indent="0">
              <a:buNone/>
              <a:defRPr sz="915"/>
            </a:lvl6pPr>
            <a:lvl7pPr marL="1568836" indent="0">
              <a:buNone/>
              <a:defRPr sz="915"/>
            </a:lvl7pPr>
            <a:lvl8pPr marL="1830309" indent="0">
              <a:buNone/>
              <a:defRPr sz="915"/>
            </a:lvl8pPr>
            <a:lvl9pPr marL="2091781" indent="0">
              <a:buNone/>
              <a:defRPr sz="91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0806" y="1865845"/>
            <a:ext cx="3569539" cy="1048173"/>
          </a:xfrm>
        </p:spPr>
        <p:txBody>
          <a:bodyPr anchor="t">
            <a:normAutofit/>
          </a:bodyPr>
          <a:lstStyle>
            <a:lvl1pPr marL="0" indent="0" algn="ctr">
              <a:buNone/>
              <a:defRPr sz="1029"/>
            </a:lvl1pPr>
            <a:lvl2pPr marL="261473" indent="0">
              <a:buNone/>
              <a:defRPr sz="686"/>
            </a:lvl2pPr>
            <a:lvl3pPr marL="522945" indent="0">
              <a:buNone/>
              <a:defRPr sz="572"/>
            </a:lvl3pPr>
            <a:lvl4pPr marL="784418" indent="0">
              <a:buNone/>
              <a:defRPr sz="515"/>
            </a:lvl4pPr>
            <a:lvl5pPr marL="1045891" indent="0">
              <a:buNone/>
              <a:defRPr sz="515"/>
            </a:lvl5pPr>
            <a:lvl6pPr marL="1307363" indent="0">
              <a:buNone/>
              <a:defRPr sz="515"/>
            </a:lvl6pPr>
            <a:lvl7pPr marL="1568836" indent="0">
              <a:buNone/>
              <a:defRPr sz="515"/>
            </a:lvl7pPr>
            <a:lvl8pPr marL="1830309" indent="0">
              <a:buNone/>
              <a:defRPr sz="515"/>
            </a:lvl8pPr>
            <a:lvl9pPr marL="2091781" indent="0">
              <a:buNone/>
              <a:defRPr sz="5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198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807" y="2759946"/>
            <a:ext cx="5495528" cy="324825"/>
          </a:xfrm>
        </p:spPr>
        <p:txBody>
          <a:bodyPr anchor="b">
            <a:normAutofit/>
          </a:bodyPr>
          <a:lstStyle>
            <a:lvl1pPr algn="ctr">
              <a:defRPr sz="137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5566" y="596876"/>
            <a:ext cx="5779353" cy="1911947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15"/>
            </a:lvl1pPr>
            <a:lvl2pPr marL="261473" indent="0">
              <a:buNone/>
              <a:defRPr sz="915"/>
            </a:lvl2pPr>
            <a:lvl3pPr marL="522945" indent="0">
              <a:buNone/>
              <a:defRPr sz="915"/>
            </a:lvl3pPr>
            <a:lvl4pPr marL="784418" indent="0">
              <a:buNone/>
              <a:defRPr sz="915"/>
            </a:lvl4pPr>
            <a:lvl5pPr marL="1045891" indent="0">
              <a:buNone/>
              <a:defRPr sz="915"/>
            </a:lvl5pPr>
            <a:lvl6pPr marL="1307363" indent="0">
              <a:buNone/>
              <a:defRPr sz="915"/>
            </a:lvl6pPr>
            <a:lvl7pPr marL="1568836" indent="0">
              <a:buNone/>
              <a:defRPr sz="915"/>
            </a:lvl7pPr>
            <a:lvl8pPr marL="1830309" indent="0">
              <a:buNone/>
              <a:defRPr sz="915"/>
            </a:lvl8pPr>
            <a:lvl9pPr marL="2091781" indent="0">
              <a:buNone/>
              <a:defRPr sz="91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0807" y="3084771"/>
            <a:ext cx="5495528" cy="282970"/>
          </a:xfrm>
        </p:spPr>
        <p:txBody>
          <a:bodyPr>
            <a:normAutofit/>
          </a:bodyPr>
          <a:lstStyle>
            <a:lvl1pPr marL="0" indent="0" algn="ctr">
              <a:buNone/>
              <a:defRPr sz="801"/>
            </a:lvl1pPr>
            <a:lvl2pPr marL="261473" indent="0">
              <a:buNone/>
              <a:defRPr sz="686"/>
            </a:lvl2pPr>
            <a:lvl3pPr marL="522945" indent="0">
              <a:buNone/>
              <a:defRPr sz="572"/>
            </a:lvl3pPr>
            <a:lvl4pPr marL="784418" indent="0">
              <a:buNone/>
              <a:defRPr sz="515"/>
            </a:lvl4pPr>
            <a:lvl5pPr marL="1045891" indent="0">
              <a:buNone/>
              <a:defRPr sz="515"/>
            </a:lvl5pPr>
            <a:lvl6pPr marL="1307363" indent="0">
              <a:buNone/>
              <a:defRPr sz="515"/>
            </a:lvl6pPr>
            <a:lvl7pPr marL="1568836" indent="0">
              <a:buNone/>
              <a:defRPr sz="515"/>
            </a:lvl7pPr>
            <a:lvl8pPr marL="1830309" indent="0">
              <a:buNone/>
              <a:defRPr sz="515"/>
            </a:lvl8pPr>
            <a:lvl9pPr marL="2091781" indent="0">
              <a:buNone/>
              <a:defRPr sz="5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40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649" y="562907"/>
            <a:ext cx="5485844" cy="1693577"/>
          </a:xfrm>
        </p:spPr>
        <p:txBody>
          <a:bodyPr anchor="ctr">
            <a:normAutofit/>
          </a:bodyPr>
          <a:lstStyle>
            <a:lvl1pPr algn="ctr">
              <a:defRPr sz="183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5649" y="2489411"/>
            <a:ext cx="5485844" cy="87833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44">
                <a:solidFill>
                  <a:schemeClr val="tx1"/>
                </a:solidFill>
              </a:defRPr>
            </a:lvl1pPr>
            <a:lvl2pPr marL="261473" indent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2pPr>
            <a:lvl3pPr marL="522945" indent="0">
              <a:buNone/>
              <a:defRPr sz="915">
                <a:solidFill>
                  <a:schemeClr val="tx1">
                    <a:tint val="75000"/>
                  </a:schemeClr>
                </a:solidFill>
              </a:defRPr>
            </a:lvl3pPr>
            <a:lvl4pPr marL="784418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4pPr>
            <a:lvl5pPr marL="1045891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5pPr>
            <a:lvl6pPr marL="1307363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6pPr>
            <a:lvl7pPr marL="1568836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7pPr>
            <a:lvl8pPr marL="1830309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8pPr>
            <a:lvl9pPr marL="2091781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798434" y="2372947"/>
            <a:ext cx="53797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4031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053" y="562907"/>
            <a:ext cx="5316378" cy="1358744"/>
          </a:xfrm>
        </p:spPr>
        <p:txBody>
          <a:bodyPr anchor="ctr">
            <a:normAutofit/>
          </a:bodyPr>
          <a:lstStyle>
            <a:lvl1pPr algn="ctr">
              <a:defRPr sz="183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57783" y="1921651"/>
            <a:ext cx="5054919" cy="3348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144"/>
            </a:lvl1pPr>
            <a:lvl2pPr marL="261473" indent="0">
              <a:buFontTx/>
              <a:buNone/>
              <a:defRPr/>
            </a:lvl2pPr>
            <a:lvl3pPr marL="522945" indent="0">
              <a:buFontTx/>
              <a:buNone/>
              <a:defRPr/>
            </a:lvl3pPr>
            <a:lvl4pPr marL="784418" indent="0">
              <a:buFontTx/>
              <a:buNone/>
              <a:defRPr/>
            </a:lvl4pPr>
            <a:lvl5pPr marL="104589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807" y="2489411"/>
            <a:ext cx="5495528" cy="87833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44">
                <a:solidFill>
                  <a:schemeClr val="tx1"/>
                </a:solidFill>
              </a:defRPr>
            </a:lvl1pPr>
            <a:lvl2pPr marL="261473" indent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2pPr>
            <a:lvl3pPr marL="522945" indent="0">
              <a:buNone/>
              <a:defRPr sz="915">
                <a:solidFill>
                  <a:schemeClr val="tx1">
                    <a:tint val="75000"/>
                  </a:schemeClr>
                </a:solidFill>
              </a:defRPr>
            </a:lvl3pPr>
            <a:lvl4pPr marL="784418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4pPr>
            <a:lvl5pPr marL="1045891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5pPr>
            <a:lvl6pPr marL="1307363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6pPr>
            <a:lvl7pPr marL="1568836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7pPr>
            <a:lvl8pPr marL="1830309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8pPr>
            <a:lvl9pPr marL="2091781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492964" y="504348"/>
            <a:ext cx="348615" cy="335163"/>
          </a:xfrm>
          <a:prstGeom prst="rect">
            <a:avLst/>
          </a:prstGeom>
        </p:spPr>
        <p:txBody>
          <a:bodyPr vert="horz" lIns="52292" tIns="26146" rIns="52292" bIns="26146" rtlCol="0" anchor="ctr">
            <a:noAutofit/>
          </a:bodyPr>
          <a:lstStyle/>
          <a:p>
            <a:pPr lvl="0"/>
            <a:r>
              <a:rPr lang="en-US" sz="4575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2028" y="1620789"/>
            <a:ext cx="348615" cy="335163"/>
          </a:xfrm>
          <a:prstGeom prst="rect">
            <a:avLst/>
          </a:prstGeom>
        </p:spPr>
        <p:txBody>
          <a:bodyPr vert="horz" lIns="52292" tIns="26146" rIns="52292" bIns="26146" rtlCol="0" anchor="ctr">
            <a:noAutofit/>
          </a:bodyPr>
          <a:lstStyle/>
          <a:p>
            <a:pPr lvl="0" algn="r"/>
            <a:r>
              <a:rPr lang="en-US" sz="4575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798434" y="2372947"/>
            <a:ext cx="53797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8166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808" y="1896307"/>
            <a:ext cx="5495529" cy="841840"/>
          </a:xfrm>
        </p:spPr>
        <p:txBody>
          <a:bodyPr anchor="b">
            <a:normAutofit/>
          </a:bodyPr>
          <a:lstStyle>
            <a:lvl1pPr algn="l">
              <a:defRPr sz="183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807" y="2738147"/>
            <a:ext cx="5495529" cy="493137"/>
          </a:xfrm>
        </p:spPr>
        <p:txBody>
          <a:bodyPr anchor="t">
            <a:normAutofit/>
          </a:bodyPr>
          <a:lstStyle>
            <a:lvl1pPr marL="0" indent="0" algn="l">
              <a:buNone/>
              <a:defRPr sz="1144">
                <a:solidFill>
                  <a:schemeClr val="tx1"/>
                </a:solidFill>
              </a:defRPr>
            </a:lvl1pPr>
            <a:lvl2pPr marL="261473" indent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2pPr>
            <a:lvl3pPr marL="522945" indent="0">
              <a:buNone/>
              <a:defRPr sz="915">
                <a:solidFill>
                  <a:schemeClr val="tx1">
                    <a:tint val="75000"/>
                  </a:schemeClr>
                </a:solidFill>
              </a:defRPr>
            </a:lvl3pPr>
            <a:lvl4pPr marL="784418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4pPr>
            <a:lvl5pPr marL="1045891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5pPr>
            <a:lvl6pPr marL="1307363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6pPr>
            <a:lvl7pPr marL="1568836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7pPr>
            <a:lvl8pPr marL="1830309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8pPr>
            <a:lvl9pPr marL="2091781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504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053" y="562907"/>
            <a:ext cx="5316378" cy="1285954"/>
          </a:xfrm>
        </p:spPr>
        <p:txBody>
          <a:bodyPr anchor="ctr">
            <a:normAutofit/>
          </a:bodyPr>
          <a:lstStyle>
            <a:lvl1pPr algn="ctr">
              <a:defRPr sz="183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740807" y="2085865"/>
            <a:ext cx="5495529" cy="508364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373">
                <a:solidFill>
                  <a:schemeClr val="tx1"/>
                </a:solidFill>
              </a:defRPr>
            </a:lvl1pPr>
            <a:lvl2pPr marL="261473" indent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2pPr>
            <a:lvl3pPr marL="522945" indent="0">
              <a:buNone/>
              <a:defRPr sz="915">
                <a:solidFill>
                  <a:schemeClr val="tx1">
                    <a:tint val="75000"/>
                  </a:schemeClr>
                </a:solidFill>
              </a:defRPr>
            </a:lvl3pPr>
            <a:lvl4pPr marL="784418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4pPr>
            <a:lvl5pPr marL="1045891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5pPr>
            <a:lvl6pPr marL="1307363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6pPr>
            <a:lvl7pPr marL="1568836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7pPr>
            <a:lvl8pPr marL="1830309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8pPr>
            <a:lvl9pPr marL="2091781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807" y="2596170"/>
            <a:ext cx="5495529" cy="771572"/>
          </a:xfrm>
        </p:spPr>
        <p:txBody>
          <a:bodyPr anchor="t">
            <a:normAutofit/>
          </a:bodyPr>
          <a:lstStyle>
            <a:lvl1pPr marL="0" indent="0" algn="l">
              <a:buNone/>
              <a:defRPr sz="1029">
                <a:solidFill>
                  <a:schemeClr val="tx1"/>
                </a:solidFill>
              </a:defRPr>
            </a:lvl1pPr>
            <a:lvl2pPr marL="261473" indent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2pPr>
            <a:lvl3pPr marL="522945" indent="0">
              <a:buNone/>
              <a:defRPr sz="915">
                <a:solidFill>
                  <a:schemeClr val="tx1">
                    <a:tint val="75000"/>
                  </a:schemeClr>
                </a:solidFill>
              </a:defRPr>
            </a:lvl3pPr>
            <a:lvl4pPr marL="784418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4pPr>
            <a:lvl5pPr marL="1045891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5pPr>
            <a:lvl6pPr marL="1307363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6pPr>
            <a:lvl7pPr marL="1568836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7pPr>
            <a:lvl8pPr marL="1830309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8pPr>
            <a:lvl9pPr marL="2091781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492964" y="504348"/>
            <a:ext cx="348615" cy="335163"/>
          </a:xfrm>
          <a:prstGeom prst="rect">
            <a:avLst/>
          </a:prstGeom>
        </p:spPr>
        <p:txBody>
          <a:bodyPr vert="horz" lIns="52292" tIns="26146" rIns="52292" bIns="26146" rtlCol="0" anchor="ctr">
            <a:noAutofit/>
          </a:bodyPr>
          <a:lstStyle/>
          <a:p>
            <a:pPr lvl="0"/>
            <a:r>
              <a:rPr lang="en-US" sz="4575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2028" y="1489762"/>
            <a:ext cx="348615" cy="335163"/>
          </a:xfrm>
          <a:prstGeom prst="rect">
            <a:avLst/>
          </a:prstGeom>
        </p:spPr>
        <p:txBody>
          <a:bodyPr vert="horz" lIns="52292" tIns="26146" rIns="52292" bIns="26146" rtlCol="0" anchor="ctr">
            <a:noAutofit/>
          </a:bodyPr>
          <a:lstStyle/>
          <a:p>
            <a:pPr lvl="0" algn="r"/>
            <a:r>
              <a:rPr lang="en-US" sz="4575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798434" y="1965325"/>
            <a:ext cx="53797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8067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807" y="562907"/>
            <a:ext cx="5495528" cy="128595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740807" y="2080624"/>
            <a:ext cx="5495529" cy="482160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601">
                <a:solidFill>
                  <a:schemeClr val="tx1"/>
                </a:solidFill>
              </a:defRPr>
            </a:lvl1pPr>
            <a:lvl2pPr marL="261473" indent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2pPr>
            <a:lvl3pPr marL="522945" indent="0">
              <a:buNone/>
              <a:defRPr sz="915">
                <a:solidFill>
                  <a:schemeClr val="tx1">
                    <a:tint val="75000"/>
                  </a:schemeClr>
                </a:solidFill>
              </a:defRPr>
            </a:lvl3pPr>
            <a:lvl4pPr marL="784418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4pPr>
            <a:lvl5pPr marL="1045891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5pPr>
            <a:lvl6pPr marL="1307363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6pPr>
            <a:lvl7pPr marL="1568836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7pPr>
            <a:lvl8pPr marL="1830309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8pPr>
            <a:lvl9pPr marL="2091781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807" y="2562201"/>
            <a:ext cx="5495530" cy="805541"/>
          </a:xfrm>
        </p:spPr>
        <p:txBody>
          <a:bodyPr anchor="t">
            <a:normAutofit/>
          </a:bodyPr>
          <a:lstStyle>
            <a:lvl1pPr marL="0" indent="0" algn="l">
              <a:buNone/>
              <a:defRPr sz="1029">
                <a:solidFill>
                  <a:schemeClr val="tx1"/>
                </a:solidFill>
              </a:defRPr>
            </a:lvl1pPr>
            <a:lvl2pPr marL="261473" indent="0">
              <a:buNone/>
              <a:defRPr sz="1029">
                <a:solidFill>
                  <a:schemeClr val="tx1">
                    <a:tint val="75000"/>
                  </a:schemeClr>
                </a:solidFill>
              </a:defRPr>
            </a:lvl2pPr>
            <a:lvl3pPr marL="522945" indent="0">
              <a:buNone/>
              <a:defRPr sz="915">
                <a:solidFill>
                  <a:schemeClr val="tx1">
                    <a:tint val="75000"/>
                  </a:schemeClr>
                </a:solidFill>
              </a:defRPr>
            </a:lvl3pPr>
            <a:lvl4pPr marL="784418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4pPr>
            <a:lvl5pPr marL="1045891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5pPr>
            <a:lvl6pPr marL="1307363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6pPr>
            <a:lvl7pPr marL="1568836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7pPr>
            <a:lvl8pPr marL="1830309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8pPr>
            <a:lvl9pPr marL="2091781" indent="0">
              <a:buNone/>
              <a:defRPr sz="8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798434" y="1965325"/>
            <a:ext cx="53797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46718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798434" y="1387859"/>
            <a:ext cx="53797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65515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46507" y="562907"/>
            <a:ext cx="1081356" cy="28048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0806" y="562907"/>
            <a:ext cx="4250761" cy="280483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5069037" y="567761"/>
            <a:ext cx="0" cy="2795129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35816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38430" y="906208"/>
            <a:ext cx="1082675" cy="3797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1" i="0">
                <a:solidFill>
                  <a:srgbClr val="42424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46797" y="2201164"/>
            <a:ext cx="4885055" cy="982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42424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6920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999" y="0"/>
            <a:ext cx="6994010" cy="3929626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0808" y="562907"/>
            <a:ext cx="5490684" cy="74730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807" y="1465501"/>
            <a:ext cx="5490684" cy="19022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62446" y="3421121"/>
            <a:ext cx="915114" cy="1601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0807" y="3421121"/>
            <a:ext cx="4178062" cy="1601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21137" y="3421121"/>
            <a:ext cx="310355" cy="1601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686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3866" r:id="rId12"/>
    <p:sldLayoutId id="2147483867" r:id="rId13"/>
    <p:sldLayoutId id="2147483868" r:id="rId14"/>
    <p:sldLayoutId id="2147483869" r:id="rId15"/>
    <p:sldLayoutId id="2147483870" r:id="rId16"/>
    <p:sldLayoutId id="2147483871" r:id="rId17"/>
    <p:sldLayoutId id="2147483872" r:id="rId18"/>
  </p:sldLayoutIdLst>
  <p:txStyles>
    <p:titleStyle>
      <a:lvl1pPr algn="ctr" defTabSz="261473" rtl="0" eaLnBrk="1" latinLnBrk="0" hangingPunct="1">
        <a:spcBef>
          <a:spcPct val="0"/>
        </a:spcBef>
        <a:buNone/>
        <a:defRPr sz="2516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63420" indent="-163420" algn="l" defTabSz="261473" rtl="0" eaLnBrk="1" latinLnBrk="0" hangingPunct="1">
        <a:spcBef>
          <a:spcPct val="20000"/>
        </a:spcBef>
        <a:spcAft>
          <a:spcPts val="343"/>
        </a:spcAft>
        <a:buClr>
          <a:schemeClr val="accent1"/>
        </a:buClr>
        <a:buSzPct val="115000"/>
        <a:buFont typeface="Arial"/>
        <a:buChar char="•"/>
        <a:defRPr sz="137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424893" indent="-163420" algn="l" defTabSz="261473" rtl="0" eaLnBrk="1" latinLnBrk="0" hangingPunct="1">
        <a:spcBef>
          <a:spcPct val="20000"/>
        </a:spcBef>
        <a:spcAft>
          <a:spcPts val="343"/>
        </a:spcAft>
        <a:buClr>
          <a:schemeClr val="accent1"/>
        </a:buClr>
        <a:buSzPct val="115000"/>
        <a:buFont typeface="Arial"/>
        <a:buChar char="•"/>
        <a:defRPr sz="1144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686366" indent="-163420" algn="l" defTabSz="261473" rtl="0" eaLnBrk="1" latinLnBrk="0" hangingPunct="1">
        <a:spcBef>
          <a:spcPct val="20000"/>
        </a:spcBef>
        <a:spcAft>
          <a:spcPts val="343"/>
        </a:spcAft>
        <a:buClr>
          <a:schemeClr val="accent1"/>
        </a:buClr>
        <a:buSzPct val="115000"/>
        <a:buFont typeface="Arial"/>
        <a:buChar char="•"/>
        <a:defRPr sz="102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882470" indent="-98052" algn="l" defTabSz="261473" rtl="0" eaLnBrk="1" latinLnBrk="0" hangingPunct="1">
        <a:spcBef>
          <a:spcPct val="20000"/>
        </a:spcBef>
        <a:spcAft>
          <a:spcPts val="343"/>
        </a:spcAft>
        <a:buClr>
          <a:schemeClr val="accent1"/>
        </a:buClr>
        <a:buSzPct val="115000"/>
        <a:buFont typeface="Arial"/>
        <a:buChar char="•"/>
        <a:defRPr sz="915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143943" indent="-98052" algn="l" defTabSz="261473" rtl="0" eaLnBrk="1" latinLnBrk="0" hangingPunct="1">
        <a:spcBef>
          <a:spcPct val="20000"/>
        </a:spcBef>
        <a:spcAft>
          <a:spcPts val="343"/>
        </a:spcAft>
        <a:buClr>
          <a:schemeClr val="accent1"/>
        </a:buClr>
        <a:buSzPct val="115000"/>
        <a:buFont typeface="Arial"/>
        <a:buChar char="•"/>
        <a:defRPr sz="801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1438100" indent="-130736" algn="l" defTabSz="261473" rtl="0" eaLnBrk="1" latinLnBrk="0" hangingPunct="1">
        <a:spcBef>
          <a:spcPct val="20000"/>
        </a:spcBef>
        <a:spcAft>
          <a:spcPts val="343"/>
        </a:spcAft>
        <a:buClr>
          <a:schemeClr val="accent1"/>
        </a:buClr>
        <a:buSzPct val="115000"/>
        <a:buFont typeface="Arial"/>
        <a:buChar char="•"/>
        <a:defRPr sz="801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1699572" indent="-130736" algn="l" defTabSz="261473" rtl="0" eaLnBrk="1" latinLnBrk="0" hangingPunct="1">
        <a:spcBef>
          <a:spcPct val="20000"/>
        </a:spcBef>
        <a:spcAft>
          <a:spcPts val="343"/>
        </a:spcAft>
        <a:buClr>
          <a:schemeClr val="accent1"/>
        </a:buClr>
        <a:buSzPct val="115000"/>
        <a:buFont typeface="Arial"/>
        <a:buChar char="•"/>
        <a:defRPr sz="801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1961045" indent="-130736" algn="l" defTabSz="261473" rtl="0" eaLnBrk="1" latinLnBrk="0" hangingPunct="1">
        <a:spcBef>
          <a:spcPct val="20000"/>
        </a:spcBef>
        <a:spcAft>
          <a:spcPts val="343"/>
        </a:spcAft>
        <a:buClr>
          <a:schemeClr val="accent1"/>
        </a:buClr>
        <a:buSzPct val="115000"/>
        <a:buFont typeface="Arial"/>
        <a:buChar char="•"/>
        <a:defRPr sz="801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2222518" indent="-130736" algn="l" defTabSz="261473" rtl="0" eaLnBrk="1" latinLnBrk="0" hangingPunct="1">
        <a:spcBef>
          <a:spcPct val="20000"/>
        </a:spcBef>
        <a:spcAft>
          <a:spcPts val="343"/>
        </a:spcAft>
        <a:buClr>
          <a:schemeClr val="accent1"/>
        </a:buClr>
        <a:buSzPct val="115000"/>
        <a:buFont typeface="Arial"/>
        <a:buChar char="•"/>
        <a:defRPr sz="801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61473" rtl="0" eaLnBrk="1" latinLnBrk="0" hangingPunct="1">
        <a:defRPr sz="1029" kern="1200">
          <a:solidFill>
            <a:schemeClr val="tx1"/>
          </a:solidFill>
          <a:latin typeface="+mn-lt"/>
          <a:ea typeface="+mn-ea"/>
          <a:cs typeface="+mn-cs"/>
        </a:defRPr>
      </a:lvl1pPr>
      <a:lvl2pPr marL="261473" algn="l" defTabSz="261473" rtl="0" eaLnBrk="1" latinLnBrk="0" hangingPunct="1">
        <a:defRPr sz="1029" kern="1200">
          <a:solidFill>
            <a:schemeClr val="tx1"/>
          </a:solidFill>
          <a:latin typeface="+mn-lt"/>
          <a:ea typeface="+mn-ea"/>
          <a:cs typeface="+mn-cs"/>
        </a:defRPr>
      </a:lvl2pPr>
      <a:lvl3pPr marL="522945" algn="l" defTabSz="261473" rtl="0" eaLnBrk="1" latinLnBrk="0" hangingPunct="1">
        <a:defRPr sz="1029" kern="1200">
          <a:solidFill>
            <a:schemeClr val="tx1"/>
          </a:solidFill>
          <a:latin typeface="+mn-lt"/>
          <a:ea typeface="+mn-ea"/>
          <a:cs typeface="+mn-cs"/>
        </a:defRPr>
      </a:lvl3pPr>
      <a:lvl4pPr marL="784418" algn="l" defTabSz="261473" rtl="0" eaLnBrk="1" latinLnBrk="0" hangingPunct="1">
        <a:defRPr sz="1029" kern="1200">
          <a:solidFill>
            <a:schemeClr val="tx1"/>
          </a:solidFill>
          <a:latin typeface="+mn-lt"/>
          <a:ea typeface="+mn-ea"/>
          <a:cs typeface="+mn-cs"/>
        </a:defRPr>
      </a:lvl4pPr>
      <a:lvl5pPr marL="1045891" algn="l" defTabSz="261473" rtl="0" eaLnBrk="1" latinLnBrk="0" hangingPunct="1">
        <a:defRPr sz="1029" kern="1200">
          <a:solidFill>
            <a:schemeClr val="tx1"/>
          </a:solidFill>
          <a:latin typeface="+mn-lt"/>
          <a:ea typeface="+mn-ea"/>
          <a:cs typeface="+mn-cs"/>
        </a:defRPr>
      </a:lvl5pPr>
      <a:lvl6pPr marL="1307363" algn="l" defTabSz="261473" rtl="0" eaLnBrk="1" latinLnBrk="0" hangingPunct="1">
        <a:defRPr sz="1029" kern="1200">
          <a:solidFill>
            <a:schemeClr val="tx1"/>
          </a:solidFill>
          <a:latin typeface="+mn-lt"/>
          <a:ea typeface="+mn-ea"/>
          <a:cs typeface="+mn-cs"/>
        </a:defRPr>
      </a:lvl6pPr>
      <a:lvl7pPr marL="1568836" algn="l" defTabSz="261473" rtl="0" eaLnBrk="1" latinLnBrk="0" hangingPunct="1">
        <a:defRPr sz="1029" kern="1200">
          <a:solidFill>
            <a:schemeClr val="tx1"/>
          </a:solidFill>
          <a:latin typeface="+mn-lt"/>
          <a:ea typeface="+mn-ea"/>
          <a:cs typeface="+mn-cs"/>
        </a:defRPr>
      </a:lvl7pPr>
      <a:lvl8pPr marL="1830309" algn="l" defTabSz="261473" rtl="0" eaLnBrk="1" latinLnBrk="0" hangingPunct="1">
        <a:defRPr sz="1029" kern="1200">
          <a:solidFill>
            <a:schemeClr val="tx1"/>
          </a:solidFill>
          <a:latin typeface="+mn-lt"/>
          <a:ea typeface="+mn-ea"/>
          <a:cs typeface="+mn-cs"/>
        </a:defRPr>
      </a:lvl8pPr>
      <a:lvl9pPr marL="2091781" algn="l" defTabSz="261473" rtl="0" eaLnBrk="1" latinLnBrk="0" hangingPunct="1">
        <a:defRPr sz="10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hyperlink" Target="mailto:Quickbasket123@gmail.com" TargetMode="Externa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9A142B-79E8-0960-CB25-0DFCF152B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5950" y="2727325"/>
            <a:ext cx="3886200" cy="381000"/>
          </a:xfrm>
        </p:spPr>
        <p:txBody>
          <a:bodyPr>
            <a:normAutofit lnSpcReduction="10000"/>
          </a:bodyPr>
          <a:lstStyle/>
          <a:p>
            <a:r>
              <a:rPr lang="en-IN" sz="18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Fresh </a:t>
            </a:r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Söhne"/>
              </a:rPr>
              <a:t>Choices</a:t>
            </a:r>
            <a:r>
              <a:rPr lang="en-IN" sz="18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Fresh Living….</a:t>
            </a:r>
          </a:p>
          <a:p>
            <a:endParaRPr lang="en-IN" dirty="0">
              <a:solidFill>
                <a:srgbClr val="D1D5DB"/>
              </a:solidFill>
              <a:latin typeface="Söhn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72FBB7-E60B-D477-36F2-1469BF54A3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365125"/>
            <a:ext cx="2246191" cy="203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6095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632837" y="539882"/>
            <a:ext cx="2883399" cy="3114571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0955" marR="30480" indent="114935">
              <a:lnSpc>
                <a:spcPct val="101200"/>
              </a:lnSpc>
              <a:spcBef>
                <a:spcPts val="85"/>
              </a:spcBef>
            </a:pPr>
            <a:r>
              <a:rPr lang="en-US" sz="1050" dirty="0" err="1">
                <a:solidFill>
                  <a:schemeClr val="accent2">
                    <a:lumMod val="75000"/>
                  </a:schemeClr>
                </a:solidFill>
                <a:latin typeface="STXihei" panose="02010600040101010101" pitchFamily="2" charset="-122"/>
                <a:ea typeface="STXihei" panose="02010600040101010101" pitchFamily="2" charset="-122"/>
                <a:cs typeface="Trebuchet MS"/>
              </a:rPr>
              <a:t>QuickBasket</a:t>
            </a:r>
            <a:r>
              <a:rPr lang="en-US" sz="1050" dirty="0">
                <a:solidFill>
                  <a:schemeClr val="accent2">
                    <a:lumMod val="75000"/>
                  </a:schemeClr>
                </a:solidFill>
                <a:latin typeface="STXihei" panose="02010600040101010101" pitchFamily="2" charset="-122"/>
                <a:ea typeface="STXihei" panose="02010600040101010101" pitchFamily="2" charset="-122"/>
                <a:cs typeface="Trebuchet MS"/>
              </a:rPr>
              <a:t> is a fast and convenient online grocery store website. Users can shop for groceries from the comfort of their home, with only a few clicks on our user-friendly interface, they can explore and add products to their cart easily. </a:t>
            </a:r>
            <a:r>
              <a:rPr lang="en-US" sz="1050" dirty="0" err="1">
                <a:solidFill>
                  <a:schemeClr val="accent2">
                    <a:lumMod val="75000"/>
                  </a:schemeClr>
                </a:solidFill>
                <a:latin typeface="STXihei" panose="02010600040101010101" pitchFamily="2" charset="-122"/>
                <a:ea typeface="STXihei" panose="02010600040101010101" pitchFamily="2" charset="-122"/>
                <a:cs typeface="Trebuchet MS"/>
              </a:rPr>
              <a:t>QuickBasket</a:t>
            </a:r>
            <a:r>
              <a:rPr lang="en-US" sz="1050" dirty="0">
                <a:solidFill>
                  <a:schemeClr val="accent2">
                    <a:lumMod val="75000"/>
                  </a:schemeClr>
                </a:solidFill>
                <a:latin typeface="STXihei" panose="02010600040101010101" pitchFamily="2" charset="-122"/>
                <a:ea typeface="STXihei" panose="02010600040101010101" pitchFamily="2" charset="-122"/>
                <a:cs typeface="Trebuchet MS"/>
              </a:rPr>
              <a:t> offers an extensive range of products to</a:t>
            </a:r>
          </a:p>
          <a:p>
            <a:pPr marL="20955" marR="30480" indent="114935">
              <a:lnSpc>
                <a:spcPct val="101200"/>
              </a:lnSpc>
              <a:spcBef>
                <a:spcPts val="85"/>
              </a:spcBef>
            </a:pPr>
            <a:r>
              <a:rPr lang="en-US" sz="1050" dirty="0">
                <a:solidFill>
                  <a:schemeClr val="accent2">
                    <a:lumMod val="75000"/>
                  </a:schemeClr>
                </a:solidFill>
                <a:latin typeface="STXihei" panose="02010600040101010101" pitchFamily="2" charset="-122"/>
                <a:ea typeface="STXihei" panose="02010600040101010101" pitchFamily="2" charset="-122"/>
                <a:cs typeface="Trebuchet MS"/>
              </a:rPr>
              <a:t> suit everyone's everyday needs, from pantry necessities to fresh food. </a:t>
            </a:r>
            <a:r>
              <a:rPr lang="en-US" sz="1050" dirty="0" err="1">
                <a:solidFill>
                  <a:schemeClr val="accent2">
                    <a:lumMod val="75000"/>
                  </a:schemeClr>
                </a:solidFill>
                <a:latin typeface="STXihei" panose="02010600040101010101" pitchFamily="2" charset="-122"/>
                <a:ea typeface="STXihei" panose="02010600040101010101" pitchFamily="2" charset="-122"/>
                <a:cs typeface="Trebuchet MS"/>
              </a:rPr>
              <a:t>QuickBasket</a:t>
            </a:r>
            <a:r>
              <a:rPr lang="en-US" sz="1050" dirty="0">
                <a:solidFill>
                  <a:schemeClr val="accent2">
                    <a:lumMod val="75000"/>
                  </a:schemeClr>
                </a:solidFill>
                <a:latin typeface="STXihei" panose="02010600040101010101" pitchFamily="2" charset="-122"/>
                <a:ea typeface="STXihei" panose="02010600040101010101" pitchFamily="2" charset="-122"/>
                <a:cs typeface="Trebuchet MS"/>
              </a:rPr>
              <a:t> is an extremely time-saving website that reduces the time spent driving to the grocery shop and standing in queue for </a:t>
            </a:r>
            <a:r>
              <a:rPr lang="en-US" sz="1050" dirty="0" err="1">
                <a:solidFill>
                  <a:schemeClr val="accent2">
                    <a:lumMod val="75000"/>
                  </a:schemeClr>
                </a:solidFill>
                <a:latin typeface="STXihei" panose="02010600040101010101" pitchFamily="2" charset="-122"/>
                <a:ea typeface="STXihei" panose="02010600040101010101" pitchFamily="2" charset="-122"/>
                <a:cs typeface="Trebuchet MS"/>
              </a:rPr>
              <a:t>billing.We</a:t>
            </a:r>
            <a:r>
              <a:rPr lang="en-US" sz="1050" dirty="0">
                <a:solidFill>
                  <a:schemeClr val="accent2">
                    <a:lumMod val="75000"/>
                  </a:schemeClr>
                </a:solidFill>
                <a:latin typeface="STXihei" panose="02010600040101010101" pitchFamily="2" charset="-122"/>
                <a:ea typeface="STXihei" panose="02010600040101010101" pitchFamily="2" charset="-122"/>
                <a:cs typeface="Trebuchet MS"/>
              </a:rPr>
              <a:t> prioritize user's security and convenience so we offer very secured payment options. For Modern problems, </a:t>
            </a:r>
            <a:r>
              <a:rPr lang="en-US" sz="1050" dirty="0" err="1">
                <a:solidFill>
                  <a:schemeClr val="accent2">
                    <a:lumMod val="75000"/>
                  </a:schemeClr>
                </a:solidFill>
                <a:latin typeface="STXihei" panose="02010600040101010101" pitchFamily="2" charset="-122"/>
                <a:ea typeface="STXihei" panose="02010600040101010101" pitchFamily="2" charset="-122"/>
                <a:cs typeface="Trebuchet MS"/>
              </a:rPr>
              <a:t>QuickBasket</a:t>
            </a:r>
            <a:r>
              <a:rPr lang="en-US" sz="1050" dirty="0">
                <a:solidFill>
                  <a:schemeClr val="accent2">
                    <a:lumMod val="75000"/>
                  </a:schemeClr>
                </a:solidFill>
                <a:latin typeface="STXihei" panose="02010600040101010101" pitchFamily="2" charset="-122"/>
                <a:ea typeface="STXihei" panose="02010600040101010101" pitchFamily="2" charset="-122"/>
                <a:cs typeface="Trebuchet MS"/>
              </a:rPr>
              <a:t> is a modern solution, built with an attractive user friendly interface and a highly secured back-end technology</a:t>
            </a:r>
            <a:r>
              <a:rPr lang="en-US" sz="1050" dirty="0">
                <a:latin typeface="Trebuchet MS"/>
                <a:cs typeface="Trebuchet MS"/>
              </a:rPr>
              <a:t>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66750" y="367484"/>
            <a:ext cx="2667000" cy="3847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spc="160" dirty="0"/>
              <a:t>INTRODUCTION</a:t>
            </a:r>
          </a:p>
        </p:txBody>
      </p:sp>
      <p:sp>
        <p:nvSpPr>
          <p:cNvPr id="7" name="object 7"/>
          <p:cNvSpPr/>
          <p:nvPr/>
        </p:nvSpPr>
        <p:spPr>
          <a:xfrm>
            <a:off x="0" y="3571"/>
            <a:ext cx="131445" cy="1448435"/>
          </a:xfrm>
          <a:custGeom>
            <a:avLst/>
            <a:gdLst/>
            <a:ahLst/>
            <a:cxnLst/>
            <a:rect l="l" t="t" r="r" b="b"/>
            <a:pathLst>
              <a:path w="131445" h="1448435">
                <a:moveTo>
                  <a:pt x="0" y="0"/>
                </a:moveTo>
                <a:lnTo>
                  <a:pt x="131199" y="0"/>
                </a:lnTo>
                <a:lnTo>
                  <a:pt x="131199" y="1447838"/>
                </a:lnTo>
                <a:lnTo>
                  <a:pt x="0" y="1447838"/>
                </a:lnTo>
                <a:lnTo>
                  <a:pt x="0" y="0"/>
                </a:lnTo>
                <a:close/>
              </a:path>
            </a:pathLst>
          </a:custGeom>
          <a:solidFill>
            <a:srgbClr val="DA746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075BB0-603D-E2C9-A227-8A19CA82E7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" y="968465"/>
            <a:ext cx="1993719" cy="19937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2151" y="3782615"/>
            <a:ext cx="3484879" cy="134620"/>
          </a:xfrm>
          <a:custGeom>
            <a:avLst/>
            <a:gdLst/>
            <a:ahLst/>
            <a:cxnLst/>
            <a:rect l="l" t="t" r="r" b="b"/>
            <a:pathLst>
              <a:path w="3484879" h="134620">
                <a:moveTo>
                  <a:pt x="3484661" y="134094"/>
                </a:moveTo>
                <a:lnTo>
                  <a:pt x="0" y="134094"/>
                </a:lnTo>
                <a:lnTo>
                  <a:pt x="0" y="0"/>
                </a:lnTo>
                <a:lnTo>
                  <a:pt x="3484661" y="0"/>
                </a:lnTo>
                <a:lnTo>
                  <a:pt x="3484661" y="134094"/>
                </a:lnTo>
                <a:close/>
              </a:path>
            </a:pathLst>
          </a:custGeom>
          <a:solidFill>
            <a:srgbClr val="DA746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4340" y="1284621"/>
            <a:ext cx="778038" cy="12892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110668" y="1444301"/>
            <a:ext cx="540385" cy="131445"/>
          </a:xfrm>
          <a:custGeom>
            <a:avLst/>
            <a:gdLst/>
            <a:ahLst/>
            <a:cxnLst/>
            <a:rect l="l" t="t" r="r" b="b"/>
            <a:pathLst>
              <a:path w="540385" h="131444">
                <a:moveTo>
                  <a:pt x="41013" y="106675"/>
                </a:moveTo>
                <a:lnTo>
                  <a:pt x="27392" y="106675"/>
                </a:lnTo>
                <a:lnTo>
                  <a:pt x="21536" y="105113"/>
                </a:lnTo>
                <a:lnTo>
                  <a:pt x="11256" y="98867"/>
                </a:lnTo>
                <a:lnTo>
                  <a:pt x="7233" y="94562"/>
                </a:lnTo>
                <a:lnTo>
                  <a:pt x="1442" y="83587"/>
                </a:lnTo>
                <a:lnTo>
                  <a:pt x="0" y="77428"/>
                </a:lnTo>
                <a:lnTo>
                  <a:pt x="0" y="63742"/>
                </a:lnTo>
                <a:lnTo>
                  <a:pt x="27078" y="34517"/>
                </a:lnTo>
                <a:lnTo>
                  <a:pt x="39657" y="34517"/>
                </a:lnTo>
                <a:lnTo>
                  <a:pt x="45199" y="36024"/>
                </a:lnTo>
                <a:lnTo>
                  <a:pt x="55132" y="42032"/>
                </a:lnTo>
                <a:lnTo>
                  <a:pt x="59014" y="46120"/>
                </a:lnTo>
                <a:lnTo>
                  <a:pt x="60183" y="48278"/>
                </a:lnTo>
                <a:lnTo>
                  <a:pt x="28531" y="48278"/>
                </a:lnTo>
                <a:lnTo>
                  <a:pt x="24421" y="49883"/>
                </a:lnTo>
                <a:lnTo>
                  <a:pt x="18001" y="56303"/>
                </a:lnTo>
                <a:lnTo>
                  <a:pt x="16147" y="59350"/>
                </a:lnTo>
                <a:lnTo>
                  <a:pt x="15648" y="62235"/>
                </a:lnTo>
                <a:lnTo>
                  <a:pt x="66039" y="62235"/>
                </a:lnTo>
                <a:lnTo>
                  <a:pt x="66041" y="70357"/>
                </a:lnTo>
                <a:lnTo>
                  <a:pt x="65911" y="72570"/>
                </a:lnTo>
                <a:lnTo>
                  <a:pt x="65651" y="75216"/>
                </a:lnTo>
                <a:lnTo>
                  <a:pt x="14769" y="75216"/>
                </a:lnTo>
                <a:lnTo>
                  <a:pt x="14965" y="79054"/>
                </a:lnTo>
                <a:lnTo>
                  <a:pt x="16732" y="82958"/>
                </a:lnTo>
                <a:lnTo>
                  <a:pt x="23434" y="90896"/>
                </a:lnTo>
                <a:lnTo>
                  <a:pt x="27978" y="92881"/>
                </a:lnTo>
                <a:lnTo>
                  <a:pt x="63465" y="92881"/>
                </a:lnTo>
                <a:lnTo>
                  <a:pt x="62224" y="94844"/>
                </a:lnTo>
                <a:lnTo>
                  <a:pt x="57550" y="99550"/>
                </a:lnTo>
                <a:lnTo>
                  <a:pt x="47140" y="105254"/>
                </a:lnTo>
                <a:lnTo>
                  <a:pt x="41013" y="106675"/>
                </a:lnTo>
                <a:close/>
              </a:path>
              <a:path w="540385" h="131444">
                <a:moveTo>
                  <a:pt x="66039" y="62235"/>
                </a:moveTo>
                <a:lnTo>
                  <a:pt x="51044" y="62235"/>
                </a:lnTo>
                <a:lnTo>
                  <a:pt x="50523" y="58461"/>
                </a:lnTo>
                <a:lnTo>
                  <a:pt x="48777" y="55197"/>
                </a:lnTo>
                <a:lnTo>
                  <a:pt x="45806" y="52443"/>
                </a:lnTo>
                <a:lnTo>
                  <a:pt x="42856" y="49666"/>
                </a:lnTo>
                <a:lnTo>
                  <a:pt x="38768" y="48278"/>
                </a:lnTo>
                <a:lnTo>
                  <a:pt x="60183" y="48278"/>
                </a:lnTo>
                <a:lnTo>
                  <a:pt x="64632" y="56487"/>
                </a:lnTo>
                <a:lnTo>
                  <a:pt x="66039" y="62235"/>
                </a:lnTo>
                <a:close/>
              </a:path>
              <a:path w="540385" h="131444">
                <a:moveTo>
                  <a:pt x="63465" y="92881"/>
                </a:moveTo>
                <a:lnTo>
                  <a:pt x="38518" y="92881"/>
                </a:lnTo>
                <a:lnTo>
                  <a:pt x="42466" y="92003"/>
                </a:lnTo>
                <a:lnTo>
                  <a:pt x="48647" y="88467"/>
                </a:lnTo>
                <a:lnTo>
                  <a:pt x="51640" y="85181"/>
                </a:lnTo>
                <a:lnTo>
                  <a:pt x="54525" y="80388"/>
                </a:lnTo>
                <a:lnTo>
                  <a:pt x="66367" y="88294"/>
                </a:lnTo>
                <a:lnTo>
                  <a:pt x="63465" y="92881"/>
                </a:lnTo>
                <a:close/>
              </a:path>
              <a:path w="540385" h="131444">
                <a:moveTo>
                  <a:pt x="91727" y="36632"/>
                </a:moveTo>
                <a:lnTo>
                  <a:pt x="77120" y="36632"/>
                </a:lnTo>
                <a:lnTo>
                  <a:pt x="77120" y="15951"/>
                </a:lnTo>
                <a:lnTo>
                  <a:pt x="79235" y="10573"/>
                </a:lnTo>
                <a:lnTo>
                  <a:pt x="87693" y="2114"/>
                </a:lnTo>
                <a:lnTo>
                  <a:pt x="93083" y="0"/>
                </a:lnTo>
                <a:lnTo>
                  <a:pt x="106107" y="0"/>
                </a:lnTo>
                <a:lnTo>
                  <a:pt x="106107" y="13793"/>
                </a:lnTo>
                <a:lnTo>
                  <a:pt x="97312" y="13793"/>
                </a:lnTo>
                <a:lnTo>
                  <a:pt x="95414" y="14585"/>
                </a:lnTo>
                <a:lnTo>
                  <a:pt x="92465" y="17730"/>
                </a:lnTo>
                <a:lnTo>
                  <a:pt x="91727" y="19834"/>
                </a:lnTo>
                <a:lnTo>
                  <a:pt x="91727" y="36632"/>
                </a:lnTo>
                <a:close/>
              </a:path>
              <a:path w="540385" h="131444">
                <a:moveTo>
                  <a:pt x="128359" y="36632"/>
                </a:moveTo>
                <a:lnTo>
                  <a:pt x="113785" y="36632"/>
                </a:lnTo>
                <a:lnTo>
                  <a:pt x="113785" y="15951"/>
                </a:lnTo>
                <a:lnTo>
                  <a:pt x="115899" y="10573"/>
                </a:lnTo>
                <a:lnTo>
                  <a:pt x="124358" y="2114"/>
                </a:lnTo>
                <a:lnTo>
                  <a:pt x="129737" y="0"/>
                </a:lnTo>
                <a:lnTo>
                  <a:pt x="142772" y="0"/>
                </a:lnTo>
                <a:lnTo>
                  <a:pt x="142772" y="13793"/>
                </a:lnTo>
                <a:lnTo>
                  <a:pt x="133966" y="13793"/>
                </a:lnTo>
                <a:lnTo>
                  <a:pt x="132068" y="14585"/>
                </a:lnTo>
                <a:lnTo>
                  <a:pt x="129097" y="17730"/>
                </a:lnTo>
                <a:lnTo>
                  <a:pt x="128359" y="19834"/>
                </a:lnTo>
                <a:lnTo>
                  <a:pt x="128359" y="36632"/>
                </a:lnTo>
                <a:close/>
              </a:path>
              <a:path w="540385" h="131444">
                <a:moveTo>
                  <a:pt x="157097" y="30027"/>
                </a:moveTo>
                <a:lnTo>
                  <a:pt x="151566" y="30027"/>
                </a:lnTo>
                <a:lnTo>
                  <a:pt x="149202" y="29041"/>
                </a:lnTo>
                <a:lnTo>
                  <a:pt x="145385" y="25093"/>
                </a:lnTo>
                <a:lnTo>
                  <a:pt x="144457" y="22783"/>
                </a:lnTo>
                <a:lnTo>
                  <a:pt x="144431" y="17231"/>
                </a:lnTo>
                <a:lnTo>
                  <a:pt x="145385" y="14921"/>
                </a:lnTo>
                <a:lnTo>
                  <a:pt x="149250" y="11072"/>
                </a:lnTo>
                <a:lnTo>
                  <a:pt x="151588" y="10117"/>
                </a:lnTo>
                <a:lnTo>
                  <a:pt x="157075" y="10117"/>
                </a:lnTo>
                <a:lnTo>
                  <a:pt x="159418" y="11082"/>
                </a:lnTo>
                <a:lnTo>
                  <a:pt x="163354" y="14889"/>
                </a:lnTo>
                <a:lnTo>
                  <a:pt x="164332" y="17231"/>
                </a:lnTo>
                <a:lnTo>
                  <a:pt x="164341" y="22783"/>
                </a:lnTo>
                <a:lnTo>
                  <a:pt x="163354" y="25126"/>
                </a:lnTo>
                <a:lnTo>
                  <a:pt x="159428" y="29051"/>
                </a:lnTo>
                <a:lnTo>
                  <a:pt x="157097" y="30027"/>
                </a:lnTo>
                <a:close/>
              </a:path>
              <a:path w="540385" h="131444">
                <a:moveTo>
                  <a:pt x="161673" y="104528"/>
                </a:moveTo>
                <a:lnTo>
                  <a:pt x="147098" y="104528"/>
                </a:lnTo>
                <a:lnTo>
                  <a:pt x="147098" y="50426"/>
                </a:lnTo>
                <a:lnTo>
                  <a:pt x="69150" y="50426"/>
                </a:lnTo>
                <a:lnTo>
                  <a:pt x="69150" y="36632"/>
                </a:lnTo>
                <a:lnTo>
                  <a:pt x="161673" y="36632"/>
                </a:lnTo>
                <a:lnTo>
                  <a:pt x="161673" y="104528"/>
                </a:lnTo>
                <a:close/>
              </a:path>
              <a:path w="540385" h="131444">
                <a:moveTo>
                  <a:pt x="91727" y="104528"/>
                </a:moveTo>
                <a:lnTo>
                  <a:pt x="77120" y="104528"/>
                </a:lnTo>
                <a:lnTo>
                  <a:pt x="77120" y="50426"/>
                </a:lnTo>
                <a:lnTo>
                  <a:pt x="91727" y="50426"/>
                </a:lnTo>
                <a:lnTo>
                  <a:pt x="91727" y="104528"/>
                </a:lnTo>
                <a:close/>
              </a:path>
              <a:path w="540385" h="131444">
                <a:moveTo>
                  <a:pt x="128359" y="104528"/>
                </a:moveTo>
                <a:lnTo>
                  <a:pt x="113785" y="104528"/>
                </a:lnTo>
                <a:lnTo>
                  <a:pt x="113785" y="50426"/>
                </a:lnTo>
                <a:lnTo>
                  <a:pt x="128359" y="50426"/>
                </a:lnTo>
                <a:lnTo>
                  <a:pt x="128359" y="104528"/>
                </a:lnTo>
                <a:close/>
              </a:path>
              <a:path w="540385" h="131444">
                <a:moveTo>
                  <a:pt x="213066" y="106675"/>
                </a:moveTo>
                <a:lnTo>
                  <a:pt x="201093" y="106675"/>
                </a:lnTo>
                <a:lnTo>
                  <a:pt x="195238" y="105113"/>
                </a:lnTo>
                <a:lnTo>
                  <a:pt x="184957" y="98867"/>
                </a:lnTo>
                <a:lnTo>
                  <a:pt x="180934" y="94562"/>
                </a:lnTo>
                <a:lnTo>
                  <a:pt x="175143" y="83587"/>
                </a:lnTo>
                <a:lnTo>
                  <a:pt x="173701" y="77428"/>
                </a:lnTo>
                <a:lnTo>
                  <a:pt x="173701" y="63742"/>
                </a:lnTo>
                <a:lnTo>
                  <a:pt x="200909" y="34517"/>
                </a:lnTo>
                <a:lnTo>
                  <a:pt x="212946" y="34517"/>
                </a:lnTo>
                <a:lnTo>
                  <a:pt x="217804" y="35710"/>
                </a:lnTo>
                <a:lnTo>
                  <a:pt x="226090" y="40481"/>
                </a:lnTo>
                <a:lnTo>
                  <a:pt x="230384" y="44548"/>
                </a:lnTo>
                <a:lnTo>
                  <a:pt x="233270" y="48278"/>
                </a:lnTo>
                <a:lnTo>
                  <a:pt x="203750" y="48278"/>
                </a:lnTo>
                <a:lnTo>
                  <a:pt x="200497" y="49211"/>
                </a:lnTo>
                <a:lnTo>
                  <a:pt x="194728" y="52920"/>
                </a:lnTo>
                <a:lnTo>
                  <a:pt x="192450" y="55544"/>
                </a:lnTo>
                <a:lnTo>
                  <a:pt x="189132" y="62333"/>
                </a:lnTo>
                <a:lnTo>
                  <a:pt x="188308" y="66215"/>
                </a:lnTo>
                <a:lnTo>
                  <a:pt x="188308" y="74955"/>
                </a:lnTo>
                <a:lnTo>
                  <a:pt x="203750" y="92881"/>
                </a:lnTo>
                <a:lnTo>
                  <a:pt x="235176" y="92881"/>
                </a:lnTo>
                <a:lnTo>
                  <a:pt x="232021" y="96828"/>
                </a:lnTo>
                <a:lnTo>
                  <a:pt x="227478" y="100765"/>
                </a:lnTo>
                <a:lnTo>
                  <a:pt x="218108" y="105493"/>
                </a:lnTo>
                <a:lnTo>
                  <a:pt x="213066" y="106675"/>
                </a:lnTo>
                <a:close/>
              </a:path>
              <a:path w="540385" h="131444">
                <a:moveTo>
                  <a:pt x="223704" y="58949"/>
                </a:moveTo>
                <a:lnTo>
                  <a:pt x="218780" y="51835"/>
                </a:lnTo>
                <a:lnTo>
                  <a:pt x="213337" y="48278"/>
                </a:lnTo>
                <a:lnTo>
                  <a:pt x="233270" y="48278"/>
                </a:lnTo>
                <a:lnTo>
                  <a:pt x="234830" y="50295"/>
                </a:lnTo>
                <a:lnTo>
                  <a:pt x="223704" y="58949"/>
                </a:lnTo>
                <a:close/>
              </a:path>
              <a:path w="540385" h="131444">
                <a:moveTo>
                  <a:pt x="235176" y="92881"/>
                </a:moveTo>
                <a:lnTo>
                  <a:pt x="211189" y="92881"/>
                </a:lnTo>
                <a:lnTo>
                  <a:pt x="214280" y="92252"/>
                </a:lnTo>
                <a:lnTo>
                  <a:pt x="219030" y="89714"/>
                </a:lnTo>
                <a:lnTo>
                  <a:pt x="221752" y="87112"/>
                </a:lnTo>
                <a:lnTo>
                  <a:pt x="224810" y="83186"/>
                </a:lnTo>
                <a:lnTo>
                  <a:pt x="236424" y="91319"/>
                </a:lnTo>
                <a:lnTo>
                  <a:pt x="235176" y="92881"/>
                </a:lnTo>
                <a:close/>
              </a:path>
              <a:path w="540385" h="131444">
                <a:moveTo>
                  <a:pt x="260889" y="104528"/>
                </a:moveTo>
                <a:lnTo>
                  <a:pt x="246315" y="104528"/>
                </a:lnTo>
                <a:lnTo>
                  <a:pt x="246315" y="36632"/>
                </a:lnTo>
                <a:lnTo>
                  <a:pt x="260889" y="36632"/>
                </a:lnTo>
                <a:lnTo>
                  <a:pt x="260889" y="104528"/>
                </a:lnTo>
                <a:close/>
              </a:path>
              <a:path w="540385" h="131444">
                <a:moveTo>
                  <a:pt x="256313" y="30027"/>
                </a:moveTo>
                <a:lnTo>
                  <a:pt x="250782" y="30027"/>
                </a:lnTo>
                <a:lnTo>
                  <a:pt x="248418" y="29041"/>
                </a:lnTo>
                <a:lnTo>
                  <a:pt x="244601" y="25093"/>
                </a:lnTo>
                <a:lnTo>
                  <a:pt x="243673" y="22783"/>
                </a:lnTo>
                <a:lnTo>
                  <a:pt x="243647" y="17231"/>
                </a:lnTo>
                <a:lnTo>
                  <a:pt x="244601" y="14921"/>
                </a:lnTo>
                <a:lnTo>
                  <a:pt x="248467" y="11072"/>
                </a:lnTo>
                <a:lnTo>
                  <a:pt x="250804" y="10117"/>
                </a:lnTo>
                <a:lnTo>
                  <a:pt x="256291" y="10117"/>
                </a:lnTo>
                <a:lnTo>
                  <a:pt x="258634" y="11082"/>
                </a:lnTo>
                <a:lnTo>
                  <a:pt x="262570" y="14889"/>
                </a:lnTo>
                <a:lnTo>
                  <a:pt x="263548" y="17231"/>
                </a:lnTo>
                <a:lnTo>
                  <a:pt x="263557" y="22783"/>
                </a:lnTo>
                <a:lnTo>
                  <a:pt x="262570" y="25126"/>
                </a:lnTo>
                <a:lnTo>
                  <a:pt x="258645" y="29051"/>
                </a:lnTo>
                <a:lnTo>
                  <a:pt x="256313" y="30027"/>
                </a:lnTo>
                <a:close/>
              </a:path>
              <a:path w="540385" h="131444">
                <a:moveTo>
                  <a:pt x="314209" y="106675"/>
                </a:moveTo>
                <a:lnTo>
                  <a:pt x="300589" y="106675"/>
                </a:lnTo>
                <a:lnTo>
                  <a:pt x="294733" y="105113"/>
                </a:lnTo>
                <a:lnTo>
                  <a:pt x="284453" y="98867"/>
                </a:lnTo>
                <a:lnTo>
                  <a:pt x="280429" y="94562"/>
                </a:lnTo>
                <a:lnTo>
                  <a:pt x="274639" y="83587"/>
                </a:lnTo>
                <a:lnTo>
                  <a:pt x="273196" y="77428"/>
                </a:lnTo>
                <a:lnTo>
                  <a:pt x="273196" y="63742"/>
                </a:lnTo>
                <a:lnTo>
                  <a:pt x="300275" y="34517"/>
                </a:lnTo>
                <a:lnTo>
                  <a:pt x="312854" y="34517"/>
                </a:lnTo>
                <a:lnTo>
                  <a:pt x="318395" y="36024"/>
                </a:lnTo>
                <a:lnTo>
                  <a:pt x="328329" y="42032"/>
                </a:lnTo>
                <a:lnTo>
                  <a:pt x="332211" y="46120"/>
                </a:lnTo>
                <a:lnTo>
                  <a:pt x="333380" y="48278"/>
                </a:lnTo>
                <a:lnTo>
                  <a:pt x="301728" y="48278"/>
                </a:lnTo>
                <a:lnTo>
                  <a:pt x="297618" y="49883"/>
                </a:lnTo>
                <a:lnTo>
                  <a:pt x="291198" y="56303"/>
                </a:lnTo>
                <a:lnTo>
                  <a:pt x="289343" y="59350"/>
                </a:lnTo>
                <a:lnTo>
                  <a:pt x="288845" y="62235"/>
                </a:lnTo>
                <a:lnTo>
                  <a:pt x="339235" y="62235"/>
                </a:lnTo>
                <a:lnTo>
                  <a:pt x="339238" y="70357"/>
                </a:lnTo>
                <a:lnTo>
                  <a:pt x="339108" y="72570"/>
                </a:lnTo>
                <a:lnTo>
                  <a:pt x="338848" y="75216"/>
                </a:lnTo>
                <a:lnTo>
                  <a:pt x="287966" y="75216"/>
                </a:lnTo>
                <a:lnTo>
                  <a:pt x="288161" y="79054"/>
                </a:lnTo>
                <a:lnTo>
                  <a:pt x="289929" y="82958"/>
                </a:lnTo>
                <a:lnTo>
                  <a:pt x="296631" y="90896"/>
                </a:lnTo>
                <a:lnTo>
                  <a:pt x="301175" y="92881"/>
                </a:lnTo>
                <a:lnTo>
                  <a:pt x="336662" y="92881"/>
                </a:lnTo>
                <a:lnTo>
                  <a:pt x="335421" y="94844"/>
                </a:lnTo>
                <a:lnTo>
                  <a:pt x="330747" y="99550"/>
                </a:lnTo>
                <a:lnTo>
                  <a:pt x="320337" y="105254"/>
                </a:lnTo>
                <a:lnTo>
                  <a:pt x="314209" y="106675"/>
                </a:lnTo>
                <a:close/>
              </a:path>
              <a:path w="540385" h="131444">
                <a:moveTo>
                  <a:pt x="339235" y="62235"/>
                </a:moveTo>
                <a:lnTo>
                  <a:pt x="324240" y="62235"/>
                </a:lnTo>
                <a:lnTo>
                  <a:pt x="323720" y="58461"/>
                </a:lnTo>
                <a:lnTo>
                  <a:pt x="321974" y="55197"/>
                </a:lnTo>
                <a:lnTo>
                  <a:pt x="319003" y="52443"/>
                </a:lnTo>
                <a:lnTo>
                  <a:pt x="316053" y="49666"/>
                </a:lnTo>
                <a:lnTo>
                  <a:pt x="311965" y="48278"/>
                </a:lnTo>
                <a:lnTo>
                  <a:pt x="333380" y="48278"/>
                </a:lnTo>
                <a:lnTo>
                  <a:pt x="337828" y="56487"/>
                </a:lnTo>
                <a:lnTo>
                  <a:pt x="339235" y="62235"/>
                </a:lnTo>
                <a:close/>
              </a:path>
              <a:path w="540385" h="131444">
                <a:moveTo>
                  <a:pt x="336662" y="92881"/>
                </a:moveTo>
                <a:lnTo>
                  <a:pt x="311715" y="92881"/>
                </a:lnTo>
                <a:lnTo>
                  <a:pt x="315663" y="92003"/>
                </a:lnTo>
                <a:lnTo>
                  <a:pt x="321844" y="88467"/>
                </a:lnTo>
                <a:lnTo>
                  <a:pt x="324837" y="85181"/>
                </a:lnTo>
                <a:lnTo>
                  <a:pt x="327721" y="80388"/>
                </a:lnTo>
                <a:lnTo>
                  <a:pt x="339563" y="88294"/>
                </a:lnTo>
                <a:lnTo>
                  <a:pt x="336662" y="92881"/>
                </a:lnTo>
                <a:close/>
              </a:path>
              <a:path w="540385" h="131444">
                <a:moveTo>
                  <a:pt x="400592" y="43008"/>
                </a:moveTo>
                <a:lnTo>
                  <a:pt x="360532" y="43008"/>
                </a:lnTo>
                <a:lnTo>
                  <a:pt x="360758" y="41668"/>
                </a:lnTo>
                <a:lnTo>
                  <a:pt x="361910" y="40622"/>
                </a:lnTo>
                <a:lnTo>
                  <a:pt x="369783" y="35742"/>
                </a:lnTo>
                <a:lnTo>
                  <a:pt x="374326" y="34517"/>
                </a:lnTo>
                <a:lnTo>
                  <a:pt x="384238" y="34517"/>
                </a:lnTo>
                <a:lnTo>
                  <a:pt x="388684" y="35504"/>
                </a:lnTo>
                <a:lnTo>
                  <a:pt x="396926" y="39451"/>
                </a:lnTo>
                <a:lnTo>
                  <a:pt x="400212" y="42401"/>
                </a:lnTo>
                <a:lnTo>
                  <a:pt x="400592" y="43008"/>
                </a:lnTo>
                <a:close/>
              </a:path>
              <a:path w="540385" h="131444">
                <a:moveTo>
                  <a:pt x="361606" y="104528"/>
                </a:moveTo>
                <a:lnTo>
                  <a:pt x="346999" y="104528"/>
                </a:lnTo>
                <a:lnTo>
                  <a:pt x="346999" y="36632"/>
                </a:lnTo>
                <a:lnTo>
                  <a:pt x="361606" y="36632"/>
                </a:lnTo>
                <a:lnTo>
                  <a:pt x="360758" y="41668"/>
                </a:lnTo>
                <a:lnTo>
                  <a:pt x="360142" y="42227"/>
                </a:lnTo>
                <a:lnTo>
                  <a:pt x="360532" y="43008"/>
                </a:lnTo>
                <a:lnTo>
                  <a:pt x="400592" y="43008"/>
                </a:lnTo>
                <a:lnTo>
                  <a:pt x="403897" y="48278"/>
                </a:lnTo>
                <a:lnTo>
                  <a:pt x="372559" y="48278"/>
                </a:lnTo>
                <a:lnTo>
                  <a:pt x="368460" y="50230"/>
                </a:lnTo>
                <a:lnTo>
                  <a:pt x="362972" y="58038"/>
                </a:lnTo>
                <a:lnTo>
                  <a:pt x="361606" y="63525"/>
                </a:lnTo>
                <a:lnTo>
                  <a:pt x="361606" y="104528"/>
                </a:lnTo>
                <a:close/>
              </a:path>
              <a:path w="540385" h="131444">
                <a:moveTo>
                  <a:pt x="360532" y="43008"/>
                </a:moveTo>
                <a:lnTo>
                  <a:pt x="360142" y="42227"/>
                </a:lnTo>
                <a:lnTo>
                  <a:pt x="360758" y="41668"/>
                </a:lnTo>
                <a:lnTo>
                  <a:pt x="360532" y="43008"/>
                </a:lnTo>
                <a:close/>
              </a:path>
              <a:path w="540385" h="131444">
                <a:moveTo>
                  <a:pt x="406371" y="104528"/>
                </a:moveTo>
                <a:lnTo>
                  <a:pt x="391764" y="104528"/>
                </a:lnTo>
                <a:lnTo>
                  <a:pt x="391764" y="53538"/>
                </a:lnTo>
                <a:lnTo>
                  <a:pt x="387177" y="48278"/>
                </a:lnTo>
                <a:lnTo>
                  <a:pt x="403897" y="48278"/>
                </a:lnTo>
                <a:lnTo>
                  <a:pt x="405135" y="50252"/>
                </a:lnTo>
                <a:lnTo>
                  <a:pt x="406371" y="54828"/>
                </a:lnTo>
                <a:lnTo>
                  <a:pt x="406371" y="104528"/>
                </a:lnTo>
                <a:close/>
              </a:path>
              <a:path w="540385" h="131444">
                <a:moveTo>
                  <a:pt x="453761" y="106675"/>
                </a:moveTo>
                <a:lnTo>
                  <a:pt x="441789" y="106675"/>
                </a:lnTo>
                <a:lnTo>
                  <a:pt x="435933" y="105113"/>
                </a:lnTo>
                <a:lnTo>
                  <a:pt x="425653" y="98867"/>
                </a:lnTo>
                <a:lnTo>
                  <a:pt x="421629" y="94562"/>
                </a:lnTo>
                <a:lnTo>
                  <a:pt x="415839" y="83587"/>
                </a:lnTo>
                <a:lnTo>
                  <a:pt x="414396" y="77428"/>
                </a:lnTo>
                <a:lnTo>
                  <a:pt x="414396" y="63742"/>
                </a:lnTo>
                <a:lnTo>
                  <a:pt x="441605" y="34517"/>
                </a:lnTo>
                <a:lnTo>
                  <a:pt x="453642" y="34517"/>
                </a:lnTo>
                <a:lnTo>
                  <a:pt x="458500" y="35710"/>
                </a:lnTo>
                <a:lnTo>
                  <a:pt x="466785" y="40481"/>
                </a:lnTo>
                <a:lnTo>
                  <a:pt x="471079" y="44548"/>
                </a:lnTo>
                <a:lnTo>
                  <a:pt x="473965" y="48278"/>
                </a:lnTo>
                <a:lnTo>
                  <a:pt x="444446" y="48278"/>
                </a:lnTo>
                <a:lnTo>
                  <a:pt x="441193" y="49211"/>
                </a:lnTo>
                <a:lnTo>
                  <a:pt x="435423" y="52920"/>
                </a:lnTo>
                <a:lnTo>
                  <a:pt x="433146" y="55544"/>
                </a:lnTo>
                <a:lnTo>
                  <a:pt x="429828" y="62333"/>
                </a:lnTo>
                <a:lnTo>
                  <a:pt x="429004" y="66215"/>
                </a:lnTo>
                <a:lnTo>
                  <a:pt x="429004" y="74955"/>
                </a:lnTo>
                <a:lnTo>
                  <a:pt x="444446" y="92881"/>
                </a:lnTo>
                <a:lnTo>
                  <a:pt x="475872" y="92881"/>
                </a:lnTo>
                <a:lnTo>
                  <a:pt x="472717" y="96828"/>
                </a:lnTo>
                <a:lnTo>
                  <a:pt x="468173" y="100765"/>
                </a:lnTo>
                <a:lnTo>
                  <a:pt x="458804" y="105493"/>
                </a:lnTo>
                <a:lnTo>
                  <a:pt x="453761" y="106675"/>
                </a:lnTo>
                <a:close/>
              </a:path>
              <a:path w="540385" h="131444">
                <a:moveTo>
                  <a:pt x="504480" y="131172"/>
                </a:moveTo>
                <a:lnTo>
                  <a:pt x="489450" y="131172"/>
                </a:lnTo>
                <a:lnTo>
                  <a:pt x="500381" y="102999"/>
                </a:lnTo>
                <a:lnTo>
                  <a:pt x="473672" y="36632"/>
                </a:lnTo>
                <a:lnTo>
                  <a:pt x="489125" y="36632"/>
                </a:lnTo>
                <a:lnTo>
                  <a:pt x="507831" y="83511"/>
                </a:lnTo>
                <a:lnTo>
                  <a:pt x="522521" y="83511"/>
                </a:lnTo>
                <a:lnTo>
                  <a:pt x="504480" y="131172"/>
                </a:lnTo>
                <a:close/>
              </a:path>
              <a:path w="540385" h="131444">
                <a:moveTo>
                  <a:pt x="522521" y="83511"/>
                </a:moveTo>
                <a:lnTo>
                  <a:pt x="507831" y="83511"/>
                </a:lnTo>
                <a:lnTo>
                  <a:pt x="525855" y="36632"/>
                </a:lnTo>
                <a:lnTo>
                  <a:pt x="540267" y="36632"/>
                </a:lnTo>
                <a:lnTo>
                  <a:pt x="522521" y="83511"/>
                </a:lnTo>
                <a:close/>
              </a:path>
              <a:path w="540385" h="131444">
                <a:moveTo>
                  <a:pt x="464399" y="58949"/>
                </a:moveTo>
                <a:lnTo>
                  <a:pt x="459476" y="51835"/>
                </a:lnTo>
                <a:lnTo>
                  <a:pt x="454032" y="48278"/>
                </a:lnTo>
                <a:lnTo>
                  <a:pt x="473965" y="48278"/>
                </a:lnTo>
                <a:lnTo>
                  <a:pt x="475526" y="50295"/>
                </a:lnTo>
                <a:lnTo>
                  <a:pt x="464399" y="58949"/>
                </a:lnTo>
                <a:close/>
              </a:path>
              <a:path w="540385" h="131444">
                <a:moveTo>
                  <a:pt x="475872" y="92881"/>
                </a:moveTo>
                <a:lnTo>
                  <a:pt x="451885" y="92881"/>
                </a:lnTo>
                <a:lnTo>
                  <a:pt x="454976" y="92252"/>
                </a:lnTo>
                <a:lnTo>
                  <a:pt x="459725" y="89714"/>
                </a:lnTo>
                <a:lnTo>
                  <a:pt x="462447" y="87112"/>
                </a:lnTo>
                <a:lnTo>
                  <a:pt x="465506" y="83186"/>
                </a:lnTo>
                <a:lnTo>
                  <a:pt x="477120" y="91319"/>
                </a:lnTo>
                <a:lnTo>
                  <a:pt x="475872" y="92881"/>
                </a:lnTo>
                <a:close/>
              </a:path>
            </a:pathLst>
          </a:custGeom>
          <a:solidFill>
            <a:srgbClr val="B6534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271886" y="1608471"/>
            <a:ext cx="2186305" cy="291465"/>
            <a:chOff x="1271886" y="1608471"/>
            <a:chExt cx="2186305" cy="29146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91540" y="1608471"/>
              <a:ext cx="1666056" cy="1289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1886" y="1768151"/>
              <a:ext cx="1383599" cy="13117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56063" y="1251158"/>
            <a:ext cx="2526665" cy="1147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050" spc="-35" dirty="0">
                <a:solidFill>
                  <a:srgbClr val="B65341"/>
                </a:solidFill>
                <a:latin typeface="Trebuchet MS"/>
                <a:cs typeface="Trebuchet MS"/>
              </a:rPr>
              <a:t>QuickBasket</a:t>
            </a:r>
            <a:r>
              <a:rPr sz="1050" spc="-2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B65341"/>
                </a:solidFill>
                <a:latin typeface="Trebuchet MS"/>
                <a:cs typeface="Trebuchet MS"/>
              </a:rPr>
              <a:t>is</a:t>
            </a:r>
            <a:r>
              <a:rPr sz="1050" spc="-2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B65341"/>
                </a:solidFill>
                <a:latin typeface="Trebuchet MS"/>
                <a:cs typeface="Trebuchet MS"/>
              </a:rPr>
              <a:t>designed</a:t>
            </a:r>
            <a:r>
              <a:rPr sz="1050" spc="-2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B65341"/>
                </a:solidFill>
                <a:latin typeface="Trebuchet MS"/>
                <a:cs typeface="Trebuchet MS"/>
              </a:rPr>
              <a:t>with</a:t>
            </a:r>
            <a:endParaRPr sz="1050" dirty="0">
              <a:latin typeface="Trebuchet MS"/>
              <a:cs typeface="Trebuchet MS"/>
            </a:endParaRPr>
          </a:p>
          <a:p>
            <a:pPr marL="51435" marR="120650" indent="643890">
              <a:lnSpc>
                <a:spcPct val="101200"/>
              </a:lnSpc>
            </a:pPr>
            <a:r>
              <a:rPr sz="1050" spc="-25" dirty="0">
                <a:solidFill>
                  <a:srgbClr val="B65341"/>
                </a:solidFill>
                <a:latin typeface="Trebuchet MS"/>
                <a:cs typeface="Trebuchet MS"/>
              </a:rPr>
              <a:t>in</a:t>
            </a:r>
            <a:r>
              <a:rPr sz="1050" spc="-5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65" dirty="0">
                <a:solidFill>
                  <a:srgbClr val="B65341"/>
                </a:solidFill>
                <a:latin typeface="Trebuchet MS"/>
                <a:cs typeface="Trebuchet MS"/>
              </a:rPr>
              <a:t>mind.</a:t>
            </a:r>
            <a:r>
              <a:rPr sz="1050" spc="-5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30" dirty="0">
                <a:solidFill>
                  <a:srgbClr val="B65341"/>
                </a:solidFill>
                <a:latin typeface="Trebuchet MS"/>
                <a:cs typeface="Trebuchet MS"/>
              </a:rPr>
              <a:t>Our</a:t>
            </a:r>
            <a:r>
              <a:rPr sz="105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60" dirty="0">
                <a:solidFill>
                  <a:srgbClr val="B65341"/>
                </a:solidFill>
                <a:latin typeface="Trebuchet MS"/>
                <a:cs typeface="Trebuchet MS"/>
              </a:rPr>
              <a:t>intuitive</a:t>
            </a:r>
            <a:r>
              <a:rPr sz="1050" spc="-5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B65341"/>
                </a:solidFill>
                <a:latin typeface="Trebuchet MS"/>
                <a:cs typeface="Trebuchet MS"/>
              </a:rPr>
              <a:t>interface </a:t>
            </a:r>
            <a:r>
              <a:rPr sz="1050" spc="-40" dirty="0">
                <a:solidFill>
                  <a:srgbClr val="B65341"/>
                </a:solidFill>
                <a:latin typeface="Trebuchet MS"/>
                <a:cs typeface="Trebuchet MS"/>
              </a:rPr>
              <a:t>allows</a:t>
            </a:r>
            <a:r>
              <a:rPr sz="1050" spc="-5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30" dirty="0">
                <a:solidFill>
                  <a:srgbClr val="B65341"/>
                </a:solidFill>
                <a:latin typeface="Trebuchet MS"/>
                <a:cs typeface="Trebuchet MS"/>
              </a:rPr>
              <a:t>you</a:t>
            </a:r>
            <a:r>
              <a:rPr sz="1050" spc="-5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B65341"/>
                </a:solidFill>
                <a:latin typeface="Trebuchet MS"/>
                <a:cs typeface="Trebuchet MS"/>
              </a:rPr>
              <a:t>to</a:t>
            </a:r>
            <a:endParaRPr sz="1050" dirty="0">
              <a:latin typeface="Trebuchet MS"/>
              <a:cs typeface="Trebuchet MS"/>
            </a:endParaRPr>
          </a:p>
          <a:p>
            <a:pPr marL="12700" marR="5080" indent="1664335">
              <a:lnSpc>
                <a:spcPct val="98200"/>
              </a:lnSpc>
              <a:spcBef>
                <a:spcPts val="35"/>
              </a:spcBef>
            </a:pPr>
            <a:r>
              <a:rPr sz="1050" spc="-30" dirty="0">
                <a:solidFill>
                  <a:srgbClr val="B65341"/>
                </a:solidFill>
                <a:latin typeface="Trebuchet MS"/>
                <a:cs typeface="Trebuchet MS"/>
              </a:rPr>
              <a:t>.</a:t>
            </a:r>
            <a:r>
              <a:rPr sz="1050" spc="-2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B65341"/>
                </a:solidFill>
                <a:latin typeface="Trebuchet MS"/>
                <a:cs typeface="Trebuchet MS"/>
              </a:rPr>
              <a:t>No</a:t>
            </a:r>
            <a:r>
              <a:rPr sz="1050" spc="-8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B65341"/>
                </a:solidFill>
                <a:latin typeface="Trebuchet MS"/>
                <a:cs typeface="Trebuchet MS"/>
              </a:rPr>
              <a:t>more </a:t>
            </a:r>
            <a:r>
              <a:rPr sz="1050" spc="-10" dirty="0">
                <a:solidFill>
                  <a:srgbClr val="B65341"/>
                </a:solidFill>
                <a:latin typeface="Trebuchet MS"/>
                <a:cs typeface="Trebuchet MS"/>
              </a:rPr>
              <a:t>searching</a:t>
            </a:r>
            <a:r>
              <a:rPr sz="105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40" dirty="0">
                <a:solidFill>
                  <a:srgbClr val="B65341"/>
                </a:solidFill>
                <a:latin typeface="Trebuchet MS"/>
                <a:cs typeface="Trebuchet MS"/>
              </a:rPr>
              <a:t>through</a:t>
            </a:r>
            <a:r>
              <a:rPr sz="105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40" dirty="0">
                <a:solidFill>
                  <a:srgbClr val="B65341"/>
                </a:solidFill>
                <a:latin typeface="Trebuchet MS"/>
                <a:cs typeface="Trebuchet MS"/>
              </a:rPr>
              <a:t>crowded</a:t>
            </a:r>
            <a:r>
              <a:rPr sz="105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B65341"/>
                </a:solidFill>
                <a:latin typeface="Trebuchet MS"/>
                <a:cs typeface="Trebuchet MS"/>
              </a:rPr>
              <a:t>aisles</a:t>
            </a:r>
            <a:r>
              <a:rPr sz="105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40" dirty="0">
                <a:solidFill>
                  <a:srgbClr val="B65341"/>
                </a:solidFill>
                <a:latin typeface="Trebuchet MS"/>
                <a:cs typeface="Trebuchet MS"/>
              </a:rPr>
              <a:t>or </a:t>
            </a:r>
            <a:r>
              <a:rPr sz="1050" spc="-10" dirty="0">
                <a:solidFill>
                  <a:srgbClr val="B65341"/>
                </a:solidFill>
                <a:latin typeface="Trebuchet MS"/>
                <a:cs typeface="Trebuchet MS"/>
              </a:rPr>
              <a:t>getting </a:t>
            </a:r>
            <a:r>
              <a:rPr sz="1050" spc="-55" dirty="0">
                <a:solidFill>
                  <a:srgbClr val="B65341"/>
                </a:solidFill>
                <a:latin typeface="Trebuchet MS"/>
                <a:cs typeface="Trebuchet MS"/>
              </a:rPr>
              <a:t>lost </a:t>
            </a:r>
            <a:r>
              <a:rPr sz="1050" spc="-25" dirty="0">
                <a:solidFill>
                  <a:srgbClr val="B65341"/>
                </a:solidFill>
                <a:latin typeface="Trebuchet MS"/>
                <a:cs typeface="Trebuchet MS"/>
              </a:rPr>
              <a:t>in</a:t>
            </a:r>
            <a:r>
              <a:rPr sz="1050" spc="-5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B65341"/>
                </a:solidFill>
                <a:latin typeface="Trebuchet MS"/>
                <a:cs typeface="Trebuchet MS"/>
              </a:rPr>
              <a:t>a</a:t>
            </a:r>
            <a:r>
              <a:rPr sz="1050" spc="-5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40" dirty="0">
                <a:solidFill>
                  <a:srgbClr val="B65341"/>
                </a:solidFill>
                <a:latin typeface="Trebuchet MS"/>
                <a:cs typeface="Trebuchet MS"/>
              </a:rPr>
              <a:t>maze</a:t>
            </a:r>
            <a:r>
              <a:rPr sz="1050" spc="-5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65" dirty="0">
                <a:solidFill>
                  <a:srgbClr val="B65341"/>
                </a:solidFill>
                <a:latin typeface="Trebuchet MS"/>
                <a:cs typeface="Trebuchet MS"/>
              </a:rPr>
              <a:t>of</a:t>
            </a:r>
            <a:r>
              <a:rPr sz="1050" spc="-5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50" dirty="0">
                <a:solidFill>
                  <a:srgbClr val="B65341"/>
                </a:solidFill>
                <a:latin typeface="Trebuchet MS"/>
                <a:cs typeface="Trebuchet MS"/>
              </a:rPr>
              <a:t>products. </a:t>
            </a:r>
            <a:r>
              <a:rPr sz="1050" spc="-55" dirty="0">
                <a:solidFill>
                  <a:srgbClr val="B65341"/>
                </a:solidFill>
                <a:latin typeface="Trebuchet MS"/>
                <a:cs typeface="Trebuchet MS"/>
              </a:rPr>
              <a:t>With </a:t>
            </a:r>
            <a:r>
              <a:rPr sz="1050" spc="-30" dirty="0">
                <a:solidFill>
                  <a:srgbClr val="B65341"/>
                </a:solidFill>
                <a:latin typeface="Trebuchet MS"/>
                <a:cs typeface="Trebuchet MS"/>
              </a:rPr>
              <a:t>QuickBasket,</a:t>
            </a:r>
            <a:endParaRPr sz="1050" dirty="0">
              <a:latin typeface="Trebuchet MS"/>
              <a:cs typeface="Trebuchet MS"/>
            </a:endParaRPr>
          </a:p>
          <a:p>
            <a:pPr marL="109855">
              <a:lnSpc>
                <a:spcPct val="100000"/>
              </a:lnSpc>
              <a:spcBef>
                <a:spcPts val="15"/>
              </a:spcBef>
            </a:pPr>
            <a:r>
              <a:rPr sz="1050" spc="-35" dirty="0">
                <a:solidFill>
                  <a:srgbClr val="B65341"/>
                </a:solidFill>
                <a:latin typeface="Trebuchet MS"/>
                <a:cs typeface="Trebuchet MS"/>
              </a:rPr>
              <a:t>grocery</a:t>
            </a:r>
            <a:r>
              <a:rPr sz="105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B65341"/>
                </a:solidFill>
                <a:latin typeface="Trebuchet MS"/>
                <a:cs typeface="Trebuchet MS"/>
              </a:rPr>
              <a:t>shopping</a:t>
            </a:r>
            <a:r>
              <a:rPr sz="105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B65341"/>
                </a:solidFill>
                <a:latin typeface="Trebuchet MS"/>
                <a:cs typeface="Trebuchet MS"/>
              </a:rPr>
              <a:t>has</a:t>
            </a:r>
            <a:r>
              <a:rPr sz="1050" spc="-4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50" dirty="0">
                <a:solidFill>
                  <a:srgbClr val="B65341"/>
                </a:solidFill>
                <a:latin typeface="Trebuchet MS"/>
                <a:cs typeface="Trebuchet MS"/>
              </a:rPr>
              <a:t>never</a:t>
            </a:r>
            <a:r>
              <a:rPr sz="105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30" dirty="0">
                <a:solidFill>
                  <a:srgbClr val="B65341"/>
                </a:solidFill>
                <a:latin typeface="Trebuchet MS"/>
                <a:cs typeface="Trebuchet MS"/>
              </a:rPr>
              <a:t>been</a:t>
            </a:r>
            <a:r>
              <a:rPr sz="1050" spc="-4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B65341"/>
                </a:solidFill>
                <a:latin typeface="Trebuchet MS"/>
                <a:cs typeface="Trebuchet MS"/>
              </a:rPr>
              <a:t>easier!</a:t>
            </a:r>
            <a:endParaRPr sz="105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202260" y="579915"/>
            <a:ext cx="190289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110" dirty="0">
                <a:solidFill>
                  <a:schemeClr val="tx1"/>
                </a:solidFill>
              </a:rPr>
              <a:t>EASY</a:t>
            </a:r>
            <a:r>
              <a:rPr sz="2000" spc="30" dirty="0"/>
              <a:t> </a:t>
            </a:r>
            <a:r>
              <a:rPr sz="2000" spc="55" dirty="0">
                <a:solidFill>
                  <a:schemeClr val="tx1"/>
                </a:solidFill>
              </a:rPr>
              <a:t>TO</a:t>
            </a:r>
            <a:r>
              <a:rPr sz="2000" spc="35" dirty="0"/>
              <a:t> </a:t>
            </a:r>
            <a:r>
              <a:rPr sz="2000" spc="80" dirty="0">
                <a:solidFill>
                  <a:schemeClr val="tx1"/>
                </a:solidFill>
              </a:rPr>
              <a:t>USE</a:t>
            </a:r>
            <a:endParaRPr sz="2000" dirty="0">
              <a:solidFill>
                <a:schemeClr val="tx1"/>
              </a:solidFill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43137" y="546892"/>
            <a:ext cx="2514599" cy="282535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0340" y="1490353"/>
            <a:ext cx="748780" cy="13117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64179" y="1654523"/>
            <a:ext cx="442595" cy="129539"/>
          </a:xfrm>
          <a:custGeom>
            <a:avLst/>
            <a:gdLst/>
            <a:ahLst/>
            <a:cxnLst/>
            <a:rect l="l" t="t" r="r" b="b"/>
            <a:pathLst>
              <a:path w="442595" h="129539">
                <a:moveTo>
                  <a:pt x="67375" y="39787"/>
                </a:moveTo>
                <a:lnTo>
                  <a:pt x="53386" y="39787"/>
                </a:lnTo>
                <a:lnTo>
                  <a:pt x="52768" y="0"/>
                </a:lnTo>
                <a:lnTo>
                  <a:pt x="67375" y="0"/>
                </a:lnTo>
                <a:lnTo>
                  <a:pt x="67375" y="39787"/>
                </a:lnTo>
                <a:close/>
              </a:path>
              <a:path w="442595" h="129539">
                <a:moveTo>
                  <a:pt x="38714" y="104430"/>
                </a:moveTo>
                <a:lnTo>
                  <a:pt x="27349" y="104430"/>
                </a:lnTo>
                <a:lnTo>
                  <a:pt x="21536" y="102869"/>
                </a:lnTo>
                <a:lnTo>
                  <a:pt x="11256" y="96622"/>
                </a:lnTo>
                <a:lnTo>
                  <a:pt x="7233" y="92317"/>
                </a:lnTo>
                <a:lnTo>
                  <a:pt x="1442" y="81343"/>
                </a:lnTo>
                <a:lnTo>
                  <a:pt x="0" y="75129"/>
                </a:lnTo>
                <a:lnTo>
                  <a:pt x="0" y="61357"/>
                </a:lnTo>
                <a:lnTo>
                  <a:pt x="27078" y="32272"/>
                </a:lnTo>
                <a:lnTo>
                  <a:pt x="38529" y="32272"/>
                </a:lnTo>
                <a:lnTo>
                  <a:pt x="43106" y="33378"/>
                </a:lnTo>
                <a:lnTo>
                  <a:pt x="51456" y="37781"/>
                </a:lnTo>
                <a:lnTo>
                  <a:pt x="53375" y="39098"/>
                </a:lnTo>
                <a:lnTo>
                  <a:pt x="53386" y="39787"/>
                </a:lnTo>
                <a:lnTo>
                  <a:pt x="67375" y="39787"/>
                </a:lnTo>
                <a:lnTo>
                  <a:pt x="67375" y="46034"/>
                </a:lnTo>
                <a:lnTo>
                  <a:pt x="29919" y="46034"/>
                </a:lnTo>
                <a:lnTo>
                  <a:pt x="26687" y="46966"/>
                </a:lnTo>
                <a:lnTo>
                  <a:pt x="21005" y="50675"/>
                </a:lnTo>
                <a:lnTo>
                  <a:pt x="18739" y="53299"/>
                </a:lnTo>
                <a:lnTo>
                  <a:pt x="15431" y="59979"/>
                </a:lnTo>
                <a:lnTo>
                  <a:pt x="14607" y="63829"/>
                </a:lnTo>
                <a:lnTo>
                  <a:pt x="14618" y="72711"/>
                </a:lnTo>
                <a:lnTo>
                  <a:pt x="29919" y="90636"/>
                </a:lnTo>
                <a:lnTo>
                  <a:pt x="67375" y="90636"/>
                </a:lnTo>
                <a:lnTo>
                  <a:pt x="67375" y="96915"/>
                </a:lnTo>
                <a:lnTo>
                  <a:pt x="53386" y="96915"/>
                </a:lnTo>
                <a:lnTo>
                  <a:pt x="53305" y="97617"/>
                </a:lnTo>
                <a:lnTo>
                  <a:pt x="51456" y="98899"/>
                </a:lnTo>
                <a:lnTo>
                  <a:pt x="43214" y="103324"/>
                </a:lnTo>
                <a:lnTo>
                  <a:pt x="38714" y="104430"/>
                </a:lnTo>
                <a:close/>
              </a:path>
              <a:path w="442595" h="129539">
                <a:moveTo>
                  <a:pt x="67375" y="90636"/>
                </a:moveTo>
                <a:lnTo>
                  <a:pt x="37271" y="90636"/>
                </a:lnTo>
                <a:lnTo>
                  <a:pt x="40579" y="89714"/>
                </a:lnTo>
                <a:lnTo>
                  <a:pt x="46348" y="86006"/>
                </a:lnTo>
                <a:lnTo>
                  <a:pt x="48614" y="83381"/>
                </a:lnTo>
                <a:lnTo>
                  <a:pt x="51933" y="76593"/>
                </a:lnTo>
                <a:lnTo>
                  <a:pt x="52768" y="72711"/>
                </a:lnTo>
                <a:lnTo>
                  <a:pt x="52738" y="63829"/>
                </a:lnTo>
                <a:lnTo>
                  <a:pt x="37271" y="46034"/>
                </a:lnTo>
                <a:lnTo>
                  <a:pt x="67375" y="46034"/>
                </a:lnTo>
                <a:lnTo>
                  <a:pt x="67375" y="90636"/>
                </a:lnTo>
                <a:close/>
              </a:path>
              <a:path w="442595" h="129539">
                <a:moveTo>
                  <a:pt x="53305" y="97617"/>
                </a:moveTo>
                <a:lnTo>
                  <a:pt x="53386" y="96915"/>
                </a:lnTo>
                <a:lnTo>
                  <a:pt x="53473" y="97501"/>
                </a:lnTo>
                <a:lnTo>
                  <a:pt x="53305" y="97617"/>
                </a:lnTo>
                <a:close/>
              </a:path>
              <a:path w="442595" h="129539">
                <a:moveTo>
                  <a:pt x="67375" y="102283"/>
                </a:moveTo>
                <a:lnTo>
                  <a:pt x="52768" y="102283"/>
                </a:lnTo>
                <a:lnTo>
                  <a:pt x="53386" y="96915"/>
                </a:lnTo>
                <a:lnTo>
                  <a:pt x="67375" y="96915"/>
                </a:lnTo>
                <a:lnTo>
                  <a:pt x="67375" y="102283"/>
                </a:lnTo>
                <a:close/>
              </a:path>
              <a:path w="442595" h="129539">
                <a:moveTo>
                  <a:pt x="115739" y="104430"/>
                </a:moveTo>
                <a:lnTo>
                  <a:pt x="102118" y="104430"/>
                </a:lnTo>
                <a:lnTo>
                  <a:pt x="96263" y="102869"/>
                </a:lnTo>
                <a:lnTo>
                  <a:pt x="85982" y="96622"/>
                </a:lnTo>
                <a:lnTo>
                  <a:pt x="81959" y="92317"/>
                </a:lnTo>
                <a:lnTo>
                  <a:pt x="76168" y="81343"/>
                </a:lnTo>
                <a:lnTo>
                  <a:pt x="74726" y="75183"/>
                </a:lnTo>
                <a:lnTo>
                  <a:pt x="74726" y="61498"/>
                </a:lnTo>
                <a:lnTo>
                  <a:pt x="101804" y="32272"/>
                </a:lnTo>
                <a:lnTo>
                  <a:pt x="114383" y="32272"/>
                </a:lnTo>
                <a:lnTo>
                  <a:pt x="119925" y="33779"/>
                </a:lnTo>
                <a:lnTo>
                  <a:pt x="129858" y="39787"/>
                </a:lnTo>
                <a:lnTo>
                  <a:pt x="133740" y="43876"/>
                </a:lnTo>
                <a:lnTo>
                  <a:pt x="134910" y="46034"/>
                </a:lnTo>
                <a:lnTo>
                  <a:pt x="103257" y="46034"/>
                </a:lnTo>
                <a:lnTo>
                  <a:pt x="99147" y="47639"/>
                </a:lnTo>
                <a:lnTo>
                  <a:pt x="92727" y="54058"/>
                </a:lnTo>
                <a:lnTo>
                  <a:pt x="90873" y="57106"/>
                </a:lnTo>
                <a:lnTo>
                  <a:pt x="90374" y="59990"/>
                </a:lnTo>
                <a:lnTo>
                  <a:pt x="140765" y="59990"/>
                </a:lnTo>
                <a:lnTo>
                  <a:pt x="140768" y="68113"/>
                </a:lnTo>
                <a:lnTo>
                  <a:pt x="140637" y="70325"/>
                </a:lnTo>
                <a:lnTo>
                  <a:pt x="140377" y="72971"/>
                </a:lnTo>
                <a:lnTo>
                  <a:pt x="89496" y="72971"/>
                </a:lnTo>
                <a:lnTo>
                  <a:pt x="89691" y="76810"/>
                </a:lnTo>
                <a:lnTo>
                  <a:pt x="91459" y="80714"/>
                </a:lnTo>
                <a:lnTo>
                  <a:pt x="98160" y="88652"/>
                </a:lnTo>
                <a:lnTo>
                  <a:pt x="102704" y="90636"/>
                </a:lnTo>
                <a:lnTo>
                  <a:pt x="138192" y="90636"/>
                </a:lnTo>
                <a:lnTo>
                  <a:pt x="136950" y="92599"/>
                </a:lnTo>
                <a:lnTo>
                  <a:pt x="132276" y="97305"/>
                </a:lnTo>
                <a:lnTo>
                  <a:pt x="121866" y="103010"/>
                </a:lnTo>
                <a:lnTo>
                  <a:pt x="115739" y="104430"/>
                </a:lnTo>
                <a:close/>
              </a:path>
              <a:path w="442595" h="129539">
                <a:moveTo>
                  <a:pt x="140765" y="59990"/>
                </a:moveTo>
                <a:lnTo>
                  <a:pt x="125770" y="59990"/>
                </a:lnTo>
                <a:lnTo>
                  <a:pt x="125249" y="56216"/>
                </a:lnTo>
                <a:lnTo>
                  <a:pt x="123503" y="52952"/>
                </a:lnTo>
                <a:lnTo>
                  <a:pt x="120532" y="50198"/>
                </a:lnTo>
                <a:lnTo>
                  <a:pt x="117582" y="47422"/>
                </a:lnTo>
                <a:lnTo>
                  <a:pt x="113494" y="46034"/>
                </a:lnTo>
                <a:lnTo>
                  <a:pt x="134910" y="46034"/>
                </a:lnTo>
                <a:lnTo>
                  <a:pt x="139358" y="54243"/>
                </a:lnTo>
                <a:lnTo>
                  <a:pt x="140765" y="59990"/>
                </a:lnTo>
                <a:close/>
              </a:path>
              <a:path w="442595" h="129539">
                <a:moveTo>
                  <a:pt x="138192" y="90636"/>
                </a:moveTo>
                <a:lnTo>
                  <a:pt x="113245" y="90636"/>
                </a:lnTo>
                <a:lnTo>
                  <a:pt x="117192" y="89758"/>
                </a:lnTo>
                <a:lnTo>
                  <a:pt x="123373" y="86223"/>
                </a:lnTo>
                <a:lnTo>
                  <a:pt x="126366" y="82937"/>
                </a:lnTo>
                <a:lnTo>
                  <a:pt x="129251" y="78144"/>
                </a:lnTo>
                <a:lnTo>
                  <a:pt x="141093" y="86049"/>
                </a:lnTo>
                <a:lnTo>
                  <a:pt x="138192" y="90636"/>
                </a:lnTo>
                <a:close/>
              </a:path>
              <a:path w="442595" h="129539">
                <a:moveTo>
                  <a:pt x="163786" y="102283"/>
                </a:moveTo>
                <a:lnTo>
                  <a:pt x="149211" y="102283"/>
                </a:lnTo>
                <a:lnTo>
                  <a:pt x="149211" y="0"/>
                </a:lnTo>
                <a:lnTo>
                  <a:pt x="163786" y="0"/>
                </a:lnTo>
                <a:lnTo>
                  <a:pt x="163786" y="102283"/>
                </a:lnTo>
                <a:close/>
              </a:path>
              <a:path w="442595" h="129539">
                <a:moveTo>
                  <a:pt x="195088" y="102283"/>
                </a:moveTo>
                <a:lnTo>
                  <a:pt x="180513" y="102283"/>
                </a:lnTo>
                <a:lnTo>
                  <a:pt x="180513" y="34387"/>
                </a:lnTo>
                <a:lnTo>
                  <a:pt x="195088" y="34387"/>
                </a:lnTo>
                <a:lnTo>
                  <a:pt x="195088" y="102283"/>
                </a:lnTo>
                <a:close/>
              </a:path>
              <a:path w="442595" h="129539">
                <a:moveTo>
                  <a:pt x="190511" y="27783"/>
                </a:moveTo>
                <a:lnTo>
                  <a:pt x="184981" y="27783"/>
                </a:lnTo>
                <a:lnTo>
                  <a:pt x="182617" y="26796"/>
                </a:lnTo>
                <a:lnTo>
                  <a:pt x="178800" y="22848"/>
                </a:lnTo>
                <a:lnTo>
                  <a:pt x="177871" y="20539"/>
                </a:lnTo>
                <a:lnTo>
                  <a:pt x="177845" y="14986"/>
                </a:lnTo>
                <a:lnTo>
                  <a:pt x="178800" y="12676"/>
                </a:lnTo>
                <a:lnTo>
                  <a:pt x="182665" y="8827"/>
                </a:lnTo>
                <a:lnTo>
                  <a:pt x="185003" y="7872"/>
                </a:lnTo>
                <a:lnTo>
                  <a:pt x="190490" y="7872"/>
                </a:lnTo>
                <a:lnTo>
                  <a:pt x="192832" y="8838"/>
                </a:lnTo>
                <a:lnTo>
                  <a:pt x="196769" y="12644"/>
                </a:lnTo>
                <a:lnTo>
                  <a:pt x="197746" y="14986"/>
                </a:lnTo>
                <a:lnTo>
                  <a:pt x="197755" y="20539"/>
                </a:lnTo>
                <a:lnTo>
                  <a:pt x="196769" y="22881"/>
                </a:lnTo>
                <a:lnTo>
                  <a:pt x="192843" y="26807"/>
                </a:lnTo>
                <a:lnTo>
                  <a:pt x="190511" y="27783"/>
                </a:lnTo>
                <a:close/>
              </a:path>
              <a:path w="442595" h="129539">
                <a:moveTo>
                  <a:pt x="306349" y="104430"/>
                </a:moveTo>
                <a:lnTo>
                  <a:pt x="292729" y="104430"/>
                </a:lnTo>
                <a:lnTo>
                  <a:pt x="286873" y="102869"/>
                </a:lnTo>
                <a:lnTo>
                  <a:pt x="276593" y="96622"/>
                </a:lnTo>
                <a:lnTo>
                  <a:pt x="272569" y="92317"/>
                </a:lnTo>
                <a:lnTo>
                  <a:pt x="266779" y="81343"/>
                </a:lnTo>
                <a:lnTo>
                  <a:pt x="265336" y="75183"/>
                </a:lnTo>
                <a:lnTo>
                  <a:pt x="265336" y="61498"/>
                </a:lnTo>
                <a:lnTo>
                  <a:pt x="292415" y="32272"/>
                </a:lnTo>
                <a:lnTo>
                  <a:pt x="304994" y="32272"/>
                </a:lnTo>
                <a:lnTo>
                  <a:pt x="310535" y="33779"/>
                </a:lnTo>
                <a:lnTo>
                  <a:pt x="320469" y="39787"/>
                </a:lnTo>
                <a:lnTo>
                  <a:pt x="324351" y="43876"/>
                </a:lnTo>
                <a:lnTo>
                  <a:pt x="325520" y="46034"/>
                </a:lnTo>
                <a:lnTo>
                  <a:pt x="293868" y="46034"/>
                </a:lnTo>
                <a:lnTo>
                  <a:pt x="289758" y="47639"/>
                </a:lnTo>
                <a:lnTo>
                  <a:pt x="283338" y="54058"/>
                </a:lnTo>
                <a:lnTo>
                  <a:pt x="281484" y="57106"/>
                </a:lnTo>
                <a:lnTo>
                  <a:pt x="280985" y="59990"/>
                </a:lnTo>
                <a:lnTo>
                  <a:pt x="331375" y="59990"/>
                </a:lnTo>
                <a:lnTo>
                  <a:pt x="331378" y="68113"/>
                </a:lnTo>
                <a:lnTo>
                  <a:pt x="331248" y="70325"/>
                </a:lnTo>
                <a:lnTo>
                  <a:pt x="330988" y="72971"/>
                </a:lnTo>
                <a:lnTo>
                  <a:pt x="280106" y="72971"/>
                </a:lnTo>
                <a:lnTo>
                  <a:pt x="280301" y="76810"/>
                </a:lnTo>
                <a:lnTo>
                  <a:pt x="282069" y="80714"/>
                </a:lnTo>
                <a:lnTo>
                  <a:pt x="288771" y="88652"/>
                </a:lnTo>
                <a:lnTo>
                  <a:pt x="293315" y="90636"/>
                </a:lnTo>
                <a:lnTo>
                  <a:pt x="328802" y="90636"/>
                </a:lnTo>
                <a:lnTo>
                  <a:pt x="327561" y="92599"/>
                </a:lnTo>
                <a:lnTo>
                  <a:pt x="322887" y="97305"/>
                </a:lnTo>
                <a:lnTo>
                  <a:pt x="312477" y="103010"/>
                </a:lnTo>
                <a:lnTo>
                  <a:pt x="306349" y="104430"/>
                </a:lnTo>
                <a:close/>
              </a:path>
              <a:path w="442595" h="129539">
                <a:moveTo>
                  <a:pt x="242888" y="102283"/>
                </a:moveTo>
                <a:lnTo>
                  <a:pt x="228997" y="102283"/>
                </a:lnTo>
                <a:lnTo>
                  <a:pt x="204499" y="34387"/>
                </a:lnTo>
                <a:lnTo>
                  <a:pt x="219855" y="34387"/>
                </a:lnTo>
                <a:lnTo>
                  <a:pt x="236251" y="81364"/>
                </a:lnTo>
                <a:lnTo>
                  <a:pt x="250486" y="81364"/>
                </a:lnTo>
                <a:lnTo>
                  <a:pt x="242888" y="102283"/>
                </a:lnTo>
                <a:close/>
              </a:path>
              <a:path w="442595" h="129539">
                <a:moveTo>
                  <a:pt x="250486" y="81364"/>
                </a:moveTo>
                <a:lnTo>
                  <a:pt x="236251" y="81364"/>
                </a:lnTo>
                <a:lnTo>
                  <a:pt x="252420" y="34387"/>
                </a:lnTo>
                <a:lnTo>
                  <a:pt x="267548" y="34387"/>
                </a:lnTo>
                <a:lnTo>
                  <a:pt x="250486" y="81364"/>
                </a:lnTo>
                <a:close/>
              </a:path>
              <a:path w="442595" h="129539">
                <a:moveTo>
                  <a:pt x="331375" y="59990"/>
                </a:moveTo>
                <a:lnTo>
                  <a:pt x="316380" y="59990"/>
                </a:lnTo>
                <a:lnTo>
                  <a:pt x="315860" y="56216"/>
                </a:lnTo>
                <a:lnTo>
                  <a:pt x="314114" y="52952"/>
                </a:lnTo>
                <a:lnTo>
                  <a:pt x="311143" y="50198"/>
                </a:lnTo>
                <a:lnTo>
                  <a:pt x="308193" y="47422"/>
                </a:lnTo>
                <a:lnTo>
                  <a:pt x="304105" y="46034"/>
                </a:lnTo>
                <a:lnTo>
                  <a:pt x="325520" y="46034"/>
                </a:lnTo>
                <a:lnTo>
                  <a:pt x="329968" y="54243"/>
                </a:lnTo>
                <a:lnTo>
                  <a:pt x="331375" y="59990"/>
                </a:lnTo>
                <a:close/>
              </a:path>
              <a:path w="442595" h="129539">
                <a:moveTo>
                  <a:pt x="328802" y="90636"/>
                </a:moveTo>
                <a:lnTo>
                  <a:pt x="303855" y="90636"/>
                </a:lnTo>
                <a:lnTo>
                  <a:pt x="307803" y="89758"/>
                </a:lnTo>
                <a:lnTo>
                  <a:pt x="313984" y="86223"/>
                </a:lnTo>
                <a:lnTo>
                  <a:pt x="316977" y="82937"/>
                </a:lnTo>
                <a:lnTo>
                  <a:pt x="319861" y="78144"/>
                </a:lnTo>
                <a:lnTo>
                  <a:pt x="331703" y="86049"/>
                </a:lnTo>
                <a:lnTo>
                  <a:pt x="328802" y="90636"/>
                </a:lnTo>
                <a:close/>
              </a:path>
              <a:path w="442595" h="129539">
                <a:moveTo>
                  <a:pt x="378912" y="41869"/>
                </a:moveTo>
                <a:lnTo>
                  <a:pt x="352868" y="41869"/>
                </a:lnTo>
                <a:lnTo>
                  <a:pt x="352993" y="40797"/>
                </a:lnTo>
                <a:lnTo>
                  <a:pt x="354462" y="39429"/>
                </a:lnTo>
                <a:lnTo>
                  <a:pt x="362682" y="33704"/>
                </a:lnTo>
                <a:lnTo>
                  <a:pt x="367345" y="32272"/>
                </a:lnTo>
                <a:lnTo>
                  <a:pt x="374957" y="32272"/>
                </a:lnTo>
                <a:lnTo>
                  <a:pt x="377929" y="32814"/>
                </a:lnTo>
                <a:lnTo>
                  <a:pt x="381464" y="33899"/>
                </a:lnTo>
                <a:lnTo>
                  <a:pt x="381464" y="34387"/>
                </a:lnTo>
                <a:lnTo>
                  <a:pt x="375901" y="34387"/>
                </a:lnTo>
                <a:lnTo>
                  <a:pt x="378912" y="41869"/>
                </a:lnTo>
                <a:close/>
              </a:path>
              <a:path w="442595" h="129539">
                <a:moveTo>
                  <a:pt x="353746" y="102283"/>
                </a:moveTo>
                <a:lnTo>
                  <a:pt x="339139" y="102283"/>
                </a:lnTo>
                <a:lnTo>
                  <a:pt x="339139" y="34387"/>
                </a:lnTo>
                <a:lnTo>
                  <a:pt x="353746" y="34387"/>
                </a:lnTo>
                <a:lnTo>
                  <a:pt x="352993" y="40797"/>
                </a:lnTo>
                <a:lnTo>
                  <a:pt x="352564" y="41197"/>
                </a:lnTo>
                <a:lnTo>
                  <a:pt x="352868" y="41869"/>
                </a:lnTo>
                <a:lnTo>
                  <a:pt x="378912" y="41869"/>
                </a:lnTo>
                <a:lnTo>
                  <a:pt x="380431" y="45643"/>
                </a:lnTo>
                <a:lnTo>
                  <a:pt x="369275" y="45643"/>
                </a:lnTo>
                <a:lnTo>
                  <a:pt x="366217" y="46576"/>
                </a:lnTo>
                <a:lnTo>
                  <a:pt x="360534" y="50285"/>
                </a:lnTo>
                <a:lnTo>
                  <a:pt x="358214" y="53017"/>
                </a:lnTo>
                <a:lnTo>
                  <a:pt x="354635" y="60261"/>
                </a:lnTo>
                <a:lnTo>
                  <a:pt x="353746" y="64599"/>
                </a:lnTo>
                <a:lnTo>
                  <a:pt x="353746" y="102283"/>
                </a:lnTo>
                <a:close/>
              </a:path>
              <a:path w="442595" h="129539">
                <a:moveTo>
                  <a:pt x="381464" y="48211"/>
                </a:moveTo>
                <a:lnTo>
                  <a:pt x="375901" y="34387"/>
                </a:lnTo>
                <a:lnTo>
                  <a:pt x="381464" y="34387"/>
                </a:lnTo>
                <a:lnTo>
                  <a:pt x="381464" y="48211"/>
                </a:lnTo>
                <a:close/>
              </a:path>
              <a:path w="442595" h="129539">
                <a:moveTo>
                  <a:pt x="406709" y="128927"/>
                </a:moveTo>
                <a:lnTo>
                  <a:pt x="391679" y="128927"/>
                </a:lnTo>
                <a:lnTo>
                  <a:pt x="402610" y="100754"/>
                </a:lnTo>
                <a:lnTo>
                  <a:pt x="381464" y="48211"/>
                </a:lnTo>
                <a:lnTo>
                  <a:pt x="381464" y="34387"/>
                </a:lnTo>
                <a:lnTo>
                  <a:pt x="391354" y="34387"/>
                </a:lnTo>
                <a:lnTo>
                  <a:pt x="410060" y="81267"/>
                </a:lnTo>
                <a:lnTo>
                  <a:pt x="424750" y="81267"/>
                </a:lnTo>
                <a:lnTo>
                  <a:pt x="406709" y="128927"/>
                </a:lnTo>
                <a:close/>
              </a:path>
              <a:path w="442595" h="129539">
                <a:moveTo>
                  <a:pt x="424750" y="81267"/>
                </a:moveTo>
                <a:lnTo>
                  <a:pt x="410060" y="81267"/>
                </a:lnTo>
                <a:lnTo>
                  <a:pt x="428083" y="34387"/>
                </a:lnTo>
                <a:lnTo>
                  <a:pt x="442495" y="34387"/>
                </a:lnTo>
                <a:lnTo>
                  <a:pt x="424750" y="81267"/>
                </a:lnTo>
                <a:close/>
              </a:path>
              <a:path w="442595" h="129539">
                <a:moveTo>
                  <a:pt x="352868" y="41869"/>
                </a:moveTo>
                <a:lnTo>
                  <a:pt x="352564" y="41197"/>
                </a:lnTo>
                <a:lnTo>
                  <a:pt x="352993" y="40797"/>
                </a:lnTo>
                <a:lnTo>
                  <a:pt x="352868" y="41869"/>
                </a:lnTo>
                <a:close/>
              </a:path>
              <a:path w="442595" h="129539">
                <a:moveTo>
                  <a:pt x="381464" y="48604"/>
                </a:moveTo>
                <a:lnTo>
                  <a:pt x="377343" y="46630"/>
                </a:lnTo>
                <a:lnTo>
                  <a:pt x="374372" y="45643"/>
                </a:lnTo>
                <a:lnTo>
                  <a:pt x="380431" y="45643"/>
                </a:lnTo>
                <a:lnTo>
                  <a:pt x="381464" y="48211"/>
                </a:lnTo>
                <a:lnTo>
                  <a:pt x="381464" y="48604"/>
                </a:lnTo>
                <a:close/>
              </a:path>
            </a:pathLst>
          </a:custGeom>
          <a:solidFill>
            <a:srgbClr val="B653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34601" y="1824321"/>
            <a:ext cx="678180" cy="121285"/>
          </a:xfrm>
          <a:custGeom>
            <a:avLst/>
            <a:gdLst/>
            <a:ahLst/>
            <a:cxnLst/>
            <a:rect l="l" t="t" r="r" b="b"/>
            <a:pathLst>
              <a:path w="678179" h="121285">
                <a:moveTo>
                  <a:pt x="38714" y="96557"/>
                </a:moveTo>
                <a:lnTo>
                  <a:pt x="27349" y="96557"/>
                </a:lnTo>
                <a:lnTo>
                  <a:pt x="21536" y="94996"/>
                </a:lnTo>
                <a:lnTo>
                  <a:pt x="11256" y="88749"/>
                </a:lnTo>
                <a:lnTo>
                  <a:pt x="7233" y="84444"/>
                </a:lnTo>
                <a:lnTo>
                  <a:pt x="1442" y="73470"/>
                </a:lnTo>
                <a:lnTo>
                  <a:pt x="0" y="67256"/>
                </a:lnTo>
                <a:lnTo>
                  <a:pt x="0" y="53484"/>
                </a:lnTo>
                <a:lnTo>
                  <a:pt x="27078" y="24399"/>
                </a:lnTo>
                <a:lnTo>
                  <a:pt x="38529" y="24399"/>
                </a:lnTo>
                <a:lnTo>
                  <a:pt x="43106" y="25505"/>
                </a:lnTo>
                <a:lnTo>
                  <a:pt x="51456" y="29908"/>
                </a:lnTo>
                <a:lnTo>
                  <a:pt x="53301" y="31175"/>
                </a:lnTo>
                <a:lnTo>
                  <a:pt x="53386" y="31914"/>
                </a:lnTo>
                <a:lnTo>
                  <a:pt x="67375" y="31914"/>
                </a:lnTo>
                <a:lnTo>
                  <a:pt x="67375" y="38161"/>
                </a:lnTo>
                <a:lnTo>
                  <a:pt x="29919" y="38161"/>
                </a:lnTo>
                <a:lnTo>
                  <a:pt x="26687" y="39093"/>
                </a:lnTo>
                <a:lnTo>
                  <a:pt x="21005" y="42802"/>
                </a:lnTo>
                <a:lnTo>
                  <a:pt x="18739" y="45426"/>
                </a:lnTo>
                <a:lnTo>
                  <a:pt x="15431" y="52106"/>
                </a:lnTo>
                <a:lnTo>
                  <a:pt x="14607" y="55956"/>
                </a:lnTo>
                <a:lnTo>
                  <a:pt x="14618" y="64838"/>
                </a:lnTo>
                <a:lnTo>
                  <a:pt x="29919" y="82763"/>
                </a:lnTo>
                <a:lnTo>
                  <a:pt x="67375" y="82763"/>
                </a:lnTo>
                <a:lnTo>
                  <a:pt x="67375" y="89042"/>
                </a:lnTo>
                <a:lnTo>
                  <a:pt x="53386" y="89042"/>
                </a:lnTo>
                <a:lnTo>
                  <a:pt x="52768" y="89237"/>
                </a:lnTo>
                <a:lnTo>
                  <a:pt x="52768" y="90117"/>
                </a:lnTo>
                <a:lnTo>
                  <a:pt x="51456" y="91027"/>
                </a:lnTo>
                <a:lnTo>
                  <a:pt x="43214" y="95451"/>
                </a:lnTo>
                <a:lnTo>
                  <a:pt x="38714" y="96557"/>
                </a:lnTo>
                <a:close/>
              </a:path>
              <a:path w="678179" h="121285">
                <a:moveTo>
                  <a:pt x="67375" y="31914"/>
                </a:moveTo>
                <a:lnTo>
                  <a:pt x="53386" y="31914"/>
                </a:lnTo>
                <a:lnTo>
                  <a:pt x="53494" y="31307"/>
                </a:lnTo>
                <a:lnTo>
                  <a:pt x="53301" y="31175"/>
                </a:lnTo>
                <a:lnTo>
                  <a:pt x="52768" y="26514"/>
                </a:lnTo>
                <a:lnTo>
                  <a:pt x="67375" y="26514"/>
                </a:lnTo>
                <a:lnTo>
                  <a:pt x="67375" y="31914"/>
                </a:lnTo>
                <a:close/>
              </a:path>
              <a:path w="678179" h="121285">
                <a:moveTo>
                  <a:pt x="67375" y="82763"/>
                </a:moveTo>
                <a:lnTo>
                  <a:pt x="37271" y="82763"/>
                </a:lnTo>
                <a:lnTo>
                  <a:pt x="40579" y="81841"/>
                </a:lnTo>
                <a:lnTo>
                  <a:pt x="46348" y="78133"/>
                </a:lnTo>
                <a:lnTo>
                  <a:pt x="48615" y="75508"/>
                </a:lnTo>
                <a:lnTo>
                  <a:pt x="51933" y="68720"/>
                </a:lnTo>
                <a:lnTo>
                  <a:pt x="52768" y="64838"/>
                </a:lnTo>
                <a:lnTo>
                  <a:pt x="52737" y="55956"/>
                </a:lnTo>
                <a:lnTo>
                  <a:pt x="37271" y="38161"/>
                </a:lnTo>
                <a:lnTo>
                  <a:pt x="67375" y="38161"/>
                </a:lnTo>
                <a:lnTo>
                  <a:pt x="67375" y="82763"/>
                </a:lnTo>
                <a:close/>
              </a:path>
              <a:path w="678179" h="121285">
                <a:moveTo>
                  <a:pt x="52768" y="90117"/>
                </a:moveTo>
                <a:lnTo>
                  <a:pt x="52768" y="89237"/>
                </a:lnTo>
                <a:lnTo>
                  <a:pt x="53386" y="89042"/>
                </a:lnTo>
                <a:lnTo>
                  <a:pt x="53473" y="89628"/>
                </a:lnTo>
                <a:lnTo>
                  <a:pt x="52768" y="90117"/>
                </a:lnTo>
                <a:close/>
              </a:path>
              <a:path w="678179" h="121285">
                <a:moveTo>
                  <a:pt x="42986" y="121054"/>
                </a:moveTo>
                <a:lnTo>
                  <a:pt x="8523" y="121054"/>
                </a:lnTo>
                <a:lnTo>
                  <a:pt x="8523" y="107260"/>
                </a:lnTo>
                <a:lnTo>
                  <a:pt x="41728" y="107260"/>
                </a:lnTo>
                <a:lnTo>
                  <a:pt x="45470" y="105590"/>
                </a:lnTo>
                <a:lnTo>
                  <a:pt x="48376" y="102250"/>
                </a:lnTo>
                <a:lnTo>
                  <a:pt x="51304" y="98932"/>
                </a:lnTo>
                <a:lnTo>
                  <a:pt x="52768" y="94594"/>
                </a:lnTo>
                <a:lnTo>
                  <a:pt x="52768" y="90117"/>
                </a:lnTo>
                <a:lnTo>
                  <a:pt x="53473" y="89628"/>
                </a:lnTo>
                <a:lnTo>
                  <a:pt x="53386" y="89042"/>
                </a:lnTo>
                <a:lnTo>
                  <a:pt x="67375" y="89042"/>
                </a:lnTo>
                <a:lnTo>
                  <a:pt x="67337" y="95451"/>
                </a:lnTo>
                <a:lnTo>
                  <a:pt x="66106" y="100732"/>
                </a:lnTo>
                <a:lnTo>
                  <a:pt x="61031" y="110405"/>
                </a:lnTo>
                <a:lnTo>
                  <a:pt x="57453" y="114190"/>
                </a:lnTo>
                <a:lnTo>
                  <a:pt x="48213" y="119677"/>
                </a:lnTo>
                <a:lnTo>
                  <a:pt x="42986" y="121054"/>
                </a:lnTo>
                <a:close/>
              </a:path>
              <a:path w="678179" h="121285">
                <a:moveTo>
                  <a:pt x="115739" y="96557"/>
                </a:moveTo>
                <a:lnTo>
                  <a:pt x="102118" y="96557"/>
                </a:lnTo>
                <a:lnTo>
                  <a:pt x="96263" y="94996"/>
                </a:lnTo>
                <a:lnTo>
                  <a:pt x="85982" y="88749"/>
                </a:lnTo>
                <a:lnTo>
                  <a:pt x="81959" y="84444"/>
                </a:lnTo>
                <a:lnTo>
                  <a:pt x="76168" y="73470"/>
                </a:lnTo>
                <a:lnTo>
                  <a:pt x="74726" y="67310"/>
                </a:lnTo>
                <a:lnTo>
                  <a:pt x="74726" y="53625"/>
                </a:lnTo>
                <a:lnTo>
                  <a:pt x="101804" y="24399"/>
                </a:lnTo>
                <a:lnTo>
                  <a:pt x="114383" y="24399"/>
                </a:lnTo>
                <a:lnTo>
                  <a:pt x="119925" y="25907"/>
                </a:lnTo>
                <a:lnTo>
                  <a:pt x="129858" y="31914"/>
                </a:lnTo>
                <a:lnTo>
                  <a:pt x="133740" y="36003"/>
                </a:lnTo>
                <a:lnTo>
                  <a:pt x="134910" y="38161"/>
                </a:lnTo>
                <a:lnTo>
                  <a:pt x="103257" y="38161"/>
                </a:lnTo>
                <a:lnTo>
                  <a:pt x="99147" y="39766"/>
                </a:lnTo>
                <a:lnTo>
                  <a:pt x="92727" y="46185"/>
                </a:lnTo>
                <a:lnTo>
                  <a:pt x="90873" y="49233"/>
                </a:lnTo>
                <a:lnTo>
                  <a:pt x="90374" y="52117"/>
                </a:lnTo>
                <a:lnTo>
                  <a:pt x="140765" y="52117"/>
                </a:lnTo>
                <a:lnTo>
                  <a:pt x="140768" y="60240"/>
                </a:lnTo>
                <a:lnTo>
                  <a:pt x="140637" y="62452"/>
                </a:lnTo>
                <a:lnTo>
                  <a:pt x="140377" y="65098"/>
                </a:lnTo>
                <a:lnTo>
                  <a:pt x="89496" y="65098"/>
                </a:lnTo>
                <a:lnTo>
                  <a:pt x="89691" y="68937"/>
                </a:lnTo>
                <a:lnTo>
                  <a:pt x="91458" y="72841"/>
                </a:lnTo>
                <a:lnTo>
                  <a:pt x="98160" y="80779"/>
                </a:lnTo>
                <a:lnTo>
                  <a:pt x="102704" y="82763"/>
                </a:lnTo>
                <a:lnTo>
                  <a:pt x="138192" y="82763"/>
                </a:lnTo>
                <a:lnTo>
                  <a:pt x="136950" y="84726"/>
                </a:lnTo>
                <a:lnTo>
                  <a:pt x="132277" y="89432"/>
                </a:lnTo>
                <a:lnTo>
                  <a:pt x="121866" y="95137"/>
                </a:lnTo>
                <a:lnTo>
                  <a:pt x="115739" y="96557"/>
                </a:lnTo>
                <a:close/>
              </a:path>
              <a:path w="678179" h="121285">
                <a:moveTo>
                  <a:pt x="140765" y="52117"/>
                </a:moveTo>
                <a:lnTo>
                  <a:pt x="125770" y="52117"/>
                </a:lnTo>
                <a:lnTo>
                  <a:pt x="125249" y="48343"/>
                </a:lnTo>
                <a:lnTo>
                  <a:pt x="123504" y="45079"/>
                </a:lnTo>
                <a:lnTo>
                  <a:pt x="120532" y="42325"/>
                </a:lnTo>
                <a:lnTo>
                  <a:pt x="117582" y="39549"/>
                </a:lnTo>
                <a:lnTo>
                  <a:pt x="113494" y="38161"/>
                </a:lnTo>
                <a:lnTo>
                  <a:pt x="134910" y="38161"/>
                </a:lnTo>
                <a:lnTo>
                  <a:pt x="139358" y="46370"/>
                </a:lnTo>
                <a:lnTo>
                  <a:pt x="140765" y="52117"/>
                </a:lnTo>
                <a:close/>
              </a:path>
              <a:path w="678179" h="121285">
                <a:moveTo>
                  <a:pt x="138192" y="82763"/>
                </a:moveTo>
                <a:lnTo>
                  <a:pt x="113245" y="82763"/>
                </a:lnTo>
                <a:lnTo>
                  <a:pt x="117192" y="81885"/>
                </a:lnTo>
                <a:lnTo>
                  <a:pt x="123373" y="78350"/>
                </a:lnTo>
                <a:lnTo>
                  <a:pt x="126366" y="75064"/>
                </a:lnTo>
                <a:lnTo>
                  <a:pt x="129251" y="70271"/>
                </a:lnTo>
                <a:lnTo>
                  <a:pt x="141093" y="78176"/>
                </a:lnTo>
                <a:lnTo>
                  <a:pt x="138192" y="82763"/>
                </a:lnTo>
                <a:close/>
              </a:path>
              <a:path w="678179" h="121285">
                <a:moveTo>
                  <a:pt x="166454" y="26514"/>
                </a:moveTo>
                <a:lnTo>
                  <a:pt x="151846" y="26514"/>
                </a:lnTo>
                <a:lnTo>
                  <a:pt x="151846" y="5855"/>
                </a:lnTo>
                <a:lnTo>
                  <a:pt x="166454" y="5855"/>
                </a:lnTo>
                <a:lnTo>
                  <a:pt x="166454" y="26514"/>
                </a:lnTo>
                <a:close/>
              </a:path>
              <a:path w="678179" h="121285">
                <a:moveTo>
                  <a:pt x="203084" y="26514"/>
                </a:moveTo>
                <a:lnTo>
                  <a:pt x="188477" y="26514"/>
                </a:lnTo>
                <a:lnTo>
                  <a:pt x="188477" y="5855"/>
                </a:lnTo>
                <a:lnTo>
                  <a:pt x="203084" y="5855"/>
                </a:lnTo>
                <a:lnTo>
                  <a:pt x="203084" y="26514"/>
                </a:lnTo>
                <a:close/>
              </a:path>
              <a:path w="678179" h="121285">
                <a:moveTo>
                  <a:pt x="177839" y="40308"/>
                </a:moveTo>
                <a:lnTo>
                  <a:pt x="141208" y="40308"/>
                </a:lnTo>
                <a:lnTo>
                  <a:pt x="141208" y="26514"/>
                </a:lnTo>
                <a:lnTo>
                  <a:pt x="177839" y="26514"/>
                </a:lnTo>
                <a:lnTo>
                  <a:pt x="177839" y="40308"/>
                </a:lnTo>
                <a:close/>
              </a:path>
              <a:path w="678179" h="121285">
                <a:moveTo>
                  <a:pt x="180833" y="40308"/>
                </a:moveTo>
                <a:lnTo>
                  <a:pt x="177839" y="40308"/>
                </a:lnTo>
                <a:lnTo>
                  <a:pt x="177839" y="26514"/>
                </a:lnTo>
                <a:lnTo>
                  <a:pt x="180833" y="26514"/>
                </a:lnTo>
                <a:lnTo>
                  <a:pt x="180833" y="40308"/>
                </a:lnTo>
                <a:close/>
              </a:path>
              <a:path w="678179" h="121285">
                <a:moveTo>
                  <a:pt x="217464" y="40308"/>
                </a:moveTo>
                <a:lnTo>
                  <a:pt x="180833" y="40308"/>
                </a:lnTo>
                <a:lnTo>
                  <a:pt x="180833" y="26514"/>
                </a:lnTo>
                <a:lnTo>
                  <a:pt x="217464" y="26514"/>
                </a:lnTo>
                <a:lnTo>
                  <a:pt x="217464" y="40308"/>
                </a:lnTo>
                <a:close/>
              </a:path>
              <a:path w="678179" h="121285">
                <a:moveTo>
                  <a:pt x="166454" y="94410"/>
                </a:moveTo>
                <a:lnTo>
                  <a:pt x="151846" y="94410"/>
                </a:lnTo>
                <a:lnTo>
                  <a:pt x="151846" y="40308"/>
                </a:lnTo>
                <a:lnTo>
                  <a:pt x="166454" y="40308"/>
                </a:lnTo>
                <a:lnTo>
                  <a:pt x="166454" y="94410"/>
                </a:lnTo>
                <a:close/>
              </a:path>
              <a:path w="678179" h="121285">
                <a:moveTo>
                  <a:pt x="203084" y="94410"/>
                </a:moveTo>
                <a:lnTo>
                  <a:pt x="188477" y="94410"/>
                </a:lnTo>
                <a:lnTo>
                  <a:pt x="188477" y="40308"/>
                </a:lnTo>
                <a:lnTo>
                  <a:pt x="203084" y="40308"/>
                </a:lnTo>
                <a:lnTo>
                  <a:pt x="203084" y="94410"/>
                </a:lnTo>
                <a:close/>
              </a:path>
              <a:path w="678179" h="121285">
                <a:moveTo>
                  <a:pt x="241309" y="94410"/>
                </a:moveTo>
                <a:lnTo>
                  <a:pt x="226734" y="94410"/>
                </a:lnTo>
                <a:lnTo>
                  <a:pt x="226734" y="26514"/>
                </a:lnTo>
                <a:lnTo>
                  <a:pt x="241309" y="26514"/>
                </a:lnTo>
                <a:lnTo>
                  <a:pt x="241309" y="94410"/>
                </a:lnTo>
                <a:close/>
              </a:path>
              <a:path w="678179" h="121285">
                <a:moveTo>
                  <a:pt x="236732" y="19910"/>
                </a:moveTo>
                <a:lnTo>
                  <a:pt x="231202" y="19910"/>
                </a:lnTo>
                <a:lnTo>
                  <a:pt x="228838" y="18923"/>
                </a:lnTo>
                <a:lnTo>
                  <a:pt x="225021" y="14975"/>
                </a:lnTo>
                <a:lnTo>
                  <a:pt x="224093" y="12666"/>
                </a:lnTo>
                <a:lnTo>
                  <a:pt x="224066" y="7113"/>
                </a:lnTo>
                <a:lnTo>
                  <a:pt x="225021" y="4804"/>
                </a:lnTo>
                <a:lnTo>
                  <a:pt x="228886" y="954"/>
                </a:lnTo>
                <a:lnTo>
                  <a:pt x="231223" y="0"/>
                </a:lnTo>
                <a:lnTo>
                  <a:pt x="236711" y="0"/>
                </a:lnTo>
                <a:lnTo>
                  <a:pt x="239054" y="965"/>
                </a:lnTo>
                <a:lnTo>
                  <a:pt x="242990" y="4771"/>
                </a:lnTo>
                <a:lnTo>
                  <a:pt x="243967" y="7113"/>
                </a:lnTo>
                <a:lnTo>
                  <a:pt x="243976" y="12666"/>
                </a:lnTo>
                <a:lnTo>
                  <a:pt x="242990" y="15008"/>
                </a:lnTo>
                <a:lnTo>
                  <a:pt x="239064" y="18934"/>
                </a:lnTo>
                <a:lnTo>
                  <a:pt x="236732" y="19910"/>
                </a:lnTo>
                <a:close/>
              </a:path>
              <a:path w="678179" h="121285">
                <a:moveTo>
                  <a:pt x="311081" y="32890"/>
                </a:moveTo>
                <a:lnTo>
                  <a:pt x="271021" y="32890"/>
                </a:lnTo>
                <a:lnTo>
                  <a:pt x="271246" y="31550"/>
                </a:lnTo>
                <a:lnTo>
                  <a:pt x="272398" y="30505"/>
                </a:lnTo>
                <a:lnTo>
                  <a:pt x="280271" y="25625"/>
                </a:lnTo>
                <a:lnTo>
                  <a:pt x="284815" y="24399"/>
                </a:lnTo>
                <a:lnTo>
                  <a:pt x="294726" y="24399"/>
                </a:lnTo>
                <a:lnTo>
                  <a:pt x="299172" y="25386"/>
                </a:lnTo>
                <a:lnTo>
                  <a:pt x="307414" y="29333"/>
                </a:lnTo>
                <a:lnTo>
                  <a:pt x="310700" y="32283"/>
                </a:lnTo>
                <a:lnTo>
                  <a:pt x="311081" y="32890"/>
                </a:lnTo>
                <a:close/>
              </a:path>
              <a:path w="678179" h="121285">
                <a:moveTo>
                  <a:pt x="272094" y="94410"/>
                </a:moveTo>
                <a:lnTo>
                  <a:pt x="257487" y="94410"/>
                </a:lnTo>
                <a:lnTo>
                  <a:pt x="257487" y="26514"/>
                </a:lnTo>
                <a:lnTo>
                  <a:pt x="272094" y="26514"/>
                </a:lnTo>
                <a:lnTo>
                  <a:pt x="271246" y="31550"/>
                </a:lnTo>
                <a:lnTo>
                  <a:pt x="270630" y="32109"/>
                </a:lnTo>
                <a:lnTo>
                  <a:pt x="271021" y="32890"/>
                </a:lnTo>
                <a:lnTo>
                  <a:pt x="311081" y="32890"/>
                </a:lnTo>
                <a:lnTo>
                  <a:pt x="314386" y="38161"/>
                </a:lnTo>
                <a:lnTo>
                  <a:pt x="283047" y="38161"/>
                </a:lnTo>
                <a:lnTo>
                  <a:pt x="278948" y="40113"/>
                </a:lnTo>
                <a:lnTo>
                  <a:pt x="273461" y="47920"/>
                </a:lnTo>
                <a:lnTo>
                  <a:pt x="272094" y="53408"/>
                </a:lnTo>
                <a:lnTo>
                  <a:pt x="272094" y="94410"/>
                </a:lnTo>
                <a:close/>
              </a:path>
              <a:path w="678179" h="121285">
                <a:moveTo>
                  <a:pt x="271021" y="32890"/>
                </a:moveTo>
                <a:lnTo>
                  <a:pt x="270630" y="32109"/>
                </a:lnTo>
                <a:lnTo>
                  <a:pt x="271246" y="31550"/>
                </a:lnTo>
                <a:lnTo>
                  <a:pt x="271021" y="32890"/>
                </a:lnTo>
                <a:close/>
              </a:path>
              <a:path w="678179" h="121285">
                <a:moveTo>
                  <a:pt x="316860" y="94410"/>
                </a:moveTo>
                <a:lnTo>
                  <a:pt x="302252" y="94410"/>
                </a:lnTo>
                <a:lnTo>
                  <a:pt x="302252" y="43420"/>
                </a:lnTo>
                <a:lnTo>
                  <a:pt x="297665" y="38161"/>
                </a:lnTo>
                <a:lnTo>
                  <a:pt x="314386" y="38161"/>
                </a:lnTo>
                <a:lnTo>
                  <a:pt x="315623" y="40134"/>
                </a:lnTo>
                <a:lnTo>
                  <a:pt x="316860" y="44711"/>
                </a:lnTo>
                <a:lnTo>
                  <a:pt x="316860" y="94410"/>
                </a:lnTo>
                <a:close/>
              </a:path>
              <a:path w="678179" h="121285">
                <a:moveTo>
                  <a:pt x="363859" y="96557"/>
                </a:moveTo>
                <a:lnTo>
                  <a:pt x="352494" y="96557"/>
                </a:lnTo>
                <a:lnTo>
                  <a:pt x="346682" y="94996"/>
                </a:lnTo>
                <a:lnTo>
                  <a:pt x="336401" y="88749"/>
                </a:lnTo>
                <a:lnTo>
                  <a:pt x="332378" y="84444"/>
                </a:lnTo>
                <a:lnTo>
                  <a:pt x="326587" y="73470"/>
                </a:lnTo>
                <a:lnTo>
                  <a:pt x="325145" y="67256"/>
                </a:lnTo>
                <a:lnTo>
                  <a:pt x="325145" y="53484"/>
                </a:lnTo>
                <a:lnTo>
                  <a:pt x="352223" y="24399"/>
                </a:lnTo>
                <a:lnTo>
                  <a:pt x="363675" y="24399"/>
                </a:lnTo>
                <a:lnTo>
                  <a:pt x="368251" y="25505"/>
                </a:lnTo>
                <a:lnTo>
                  <a:pt x="376601" y="29908"/>
                </a:lnTo>
                <a:lnTo>
                  <a:pt x="378447" y="31174"/>
                </a:lnTo>
                <a:lnTo>
                  <a:pt x="378531" y="31914"/>
                </a:lnTo>
                <a:lnTo>
                  <a:pt x="392521" y="31914"/>
                </a:lnTo>
                <a:lnTo>
                  <a:pt x="392521" y="38161"/>
                </a:lnTo>
                <a:lnTo>
                  <a:pt x="355064" y="38161"/>
                </a:lnTo>
                <a:lnTo>
                  <a:pt x="351833" y="39093"/>
                </a:lnTo>
                <a:lnTo>
                  <a:pt x="346150" y="42802"/>
                </a:lnTo>
                <a:lnTo>
                  <a:pt x="343884" y="45426"/>
                </a:lnTo>
                <a:lnTo>
                  <a:pt x="340577" y="52106"/>
                </a:lnTo>
                <a:lnTo>
                  <a:pt x="339752" y="55956"/>
                </a:lnTo>
                <a:lnTo>
                  <a:pt x="339764" y="64838"/>
                </a:lnTo>
                <a:lnTo>
                  <a:pt x="355064" y="82763"/>
                </a:lnTo>
                <a:lnTo>
                  <a:pt x="392521" y="82763"/>
                </a:lnTo>
                <a:lnTo>
                  <a:pt x="392521" y="89042"/>
                </a:lnTo>
                <a:lnTo>
                  <a:pt x="378531" y="89042"/>
                </a:lnTo>
                <a:lnTo>
                  <a:pt x="377913" y="89237"/>
                </a:lnTo>
                <a:lnTo>
                  <a:pt x="377913" y="90116"/>
                </a:lnTo>
                <a:lnTo>
                  <a:pt x="376601" y="91027"/>
                </a:lnTo>
                <a:lnTo>
                  <a:pt x="368360" y="95451"/>
                </a:lnTo>
                <a:lnTo>
                  <a:pt x="363859" y="96557"/>
                </a:lnTo>
                <a:close/>
              </a:path>
              <a:path w="678179" h="121285">
                <a:moveTo>
                  <a:pt x="392521" y="31914"/>
                </a:moveTo>
                <a:lnTo>
                  <a:pt x="378531" y="31914"/>
                </a:lnTo>
                <a:lnTo>
                  <a:pt x="378640" y="31307"/>
                </a:lnTo>
                <a:lnTo>
                  <a:pt x="378447" y="31174"/>
                </a:lnTo>
                <a:lnTo>
                  <a:pt x="377913" y="26514"/>
                </a:lnTo>
                <a:lnTo>
                  <a:pt x="392521" y="26514"/>
                </a:lnTo>
                <a:lnTo>
                  <a:pt x="392521" y="31914"/>
                </a:lnTo>
                <a:close/>
              </a:path>
              <a:path w="678179" h="121285">
                <a:moveTo>
                  <a:pt x="392521" y="82763"/>
                </a:moveTo>
                <a:lnTo>
                  <a:pt x="362417" y="82763"/>
                </a:lnTo>
                <a:lnTo>
                  <a:pt x="365724" y="81841"/>
                </a:lnTo>
                <a:lnTo>
                  <a:pt x="371494" y="78133"/>
                </a:lnTo>
                <a:lnTo>
                  <a:pt x="373760" y="75508"/>
                </a:lnTo>
                <a:lnTo>
                  <a:pt x="377078" y="68720"/>
                </a:lnTo>
                <a:lnTo>
                  <a:pt x="377913" y="64838"/>
                </a:lnTo>
                <a:lnTo>
                  <a:pt x="377883" y="55956"/>
                </a:lnTo>
                <a:lnTo>
                  <a:pt x="362417" y="38161"/>
                </a:lnTo>
                <a:lnTo>
                  <a:pt x="392521" y="38161"/>
                </a:lnTo>
                <a:lnTo>
                  <a:pt x="392521" y="82763"/>
                </a:lnTo>
                <a:close/>
              </a:path>
              <a:path w="678179" h="121285">
                <a:moveTo>
                  <a:pt x="377913" y="90116"/>
                </a:moveTo>
                <a:lnTo>
                  <a:pt x="377913" y="89237"/>
                </a:lnTo>
                <a:lnTo>
                  <a:pt x="378531" y="89042"/>
                </a:lnTo>
                <a:lnTo>
                  <a:pt x="378618" y="89628"/>
                </a:lnTo>
                <a:lnTo>
                  <a:pt x="377913" y="90116"/>
                </a:lnTo>
                <a:close/>
              </a:path>
              <a:path w="678179" h="121285">
                <a:moveTo>
                  <a:pt x="368132" y="121054"/>
                </a:moveTo>
                <a:lnTo>
                  <a:pt x="333669" y="121054"/>
                </a:lnTo>
                <a:lnTo>
                  <a:pt x="333669" y="107260"/>
                </a:lnTo>
                <a:lnTo>
                  <a:pt x="366874" y="107260"/>
                </a:lnTo>
                <a:lnTo>
                  <a:pt x="370615" y="105590"/>
                </a:lnTo>
                <a:lnTo>
                  <a:pt x="373522" y="102250"/>
                </a:lnTo>
                <a:lnTo>
                  <a:pt x="376449" y="98932"/>
                </a:lnTo>
                <a:lnTo>
                  <a:pt x="377913" y="94594"/>
                </a:lnTo>
                <a:lnTo>
                  <a:pt x="377913" y="90116"/>
                </a:lnTo>
                <a:lnTo>
                  <a:pt x="378618" y="89628"/>
                </a:lnTo>
                <a:lnTo>
                  <a:pt x="378531" y="89042"/>
                </a:lnTo>
                <a:lnTo>
                  <a:pt x="392521" y="89042"/>
                </a:lnTo>
                <a:lnTo>
                  <a:pt x="392483" y="95451"/>
                </a:lnTo>
                <a:lnTo>
                  <a:pt x="391252" y="100732"/>
                </a:lnTo>
                <a:lnTo>
                  <a:pt x="386177" y="110405"/>
                </a:lnTo>
                <a:lnTo>
                  <a:pt x="382598" y="114190"/>
                </a:lnTo>
                <a:lnTo>
                  <a:pt x="373359" y="119677"/>
                </a:lnTo>
                <a:lnTo>
                  <a:pt x="368132" y="121054"/>
                </a:lnTo>
                <a:close/>
              </a:path>
              <a:path w="678179" h="121285">
                <a:moveTo>
                  <a:pt x="529680" y="96557"/>
                </a:moveTo>
                <a:lnTo>
                  <a:pt x="516732" y="96557"/>
                </a:lnTo>
                <a:lnTo>
                  <a:pt x="510920" y="94996"/>
                </a:lnTo>
                <a:lnTo>
                  <a:pt x="489383" y="53484"/>
                </a:lnTo>
                <a:lnTo>
                  <a:pt x="490803" y="47346"/>
                </a:lnTo>
                <a:lnTo>
                  <a:pt x="496508" y="36458"/>
                </a:lnTo>
                <a:lnTo>
                  <a:pt x="500487" y="32185"/>
                </a:lnTo>
                <a:lnTo>
                  <a:pt x="510721" y="25950"/>
                </a:lnTo>
                <a:lnTo>
                  <a:pt x="516461" y="24399"/>
                </a:lnTo>
                <a:lnTo>
                  <a:pt x="529409" y="24399"/>
                </a:lnTo>
                <a:lnTo>
                  <a:pt x="535240" y="25961"/>
                </a:lnTo>
                <a:lnTo>
                  <a:pt x="545532" y="32185"/>
                </a:lnTo>
                <a:lnTo>
                  <a:pt x="549515" y="36458"/>
                </a:lnTo>
                <a:lnTo>
                  <a:pt x="550406" y="38161"/>
                </a:lnTo>
                <a:lnTo>
                  <a:pt x="519302" y="38161"/>
                </a:lnTo>
                <a:lnTo>
                  <a:pt x="516071" y="39093"/>
                </a:lnTo>
                <a:lnTo>
                  <a:pt x="510388" y="42802"/>
                </a:lnTo>
                <a:lnTo>
                  <a:pt x="508122" y="45426"/>
                </a:lnTo>
                <a:lnTo>
                  <a:pt x="504814" y="52106"/>
                </a:lnTo>
                <a:lnTo>
                  <a:pt x="503990" y="55956"/>
                </a:lnTo>
                <a:lnTo>
                  <a:pt x="504001" y="64838"/>
                </a:lnTo>
                <a:lnTo>
                  <a:pt x="519302" y="82763"/>
                </a:lnTo>
                <a:lnTo>
                  <a:pt x="550526" y="82763"/>
                </a:lnTo>
                <a:lnTo>
                  <a:pt x="549655" y="84444"/>
                </a:lnTo>
                <a:lnTo>
                  <a:pt x="545675" y="88749"/>
                </a:lnTo>
                <a:lnTo>
                  <a:pt x="535460" y="94996"/>
                </a:lnTo>
                <a:lnTo>
                  <a:pt x="529680" y="96557"/>
                </a:lnTo>
                <a:close/>
              </a:path>
              <a:path w="678179" h="121285">
                <a:moveTo>
                  <a:pt x="455862" y="121054"/>
                </a:moveTo>
                <a:lnTo>
                  <a:pt x="440832" y="121054"/>
                </a:lnTo>
                <a:lnTo>
                  <a:pt x="451763" y="92881"/>
                </a:lnTo>
                <a:lnTo>
                  <a:pt x="425053" y="26514"/>
                </a:lnTo>
                <a:lnTo>
                  <a:pt x="440506" y="26514"/>
                </a:lnTo>
                <a:lnTo>
                  <a:pt x="459213" y="73394"/>
                </a:lnTo>
                <a:lnTo>
                  <a:pt x="473903" y="73394"/>
                </a:lnTo>
                <a:lnTo>
                  <a:pt x="455862" y="121054"/>
                </a:lnTo>
                <a:close/>
              </a:path>
              <a:path w="678179" h="121285">
                <a:moveTo>
                  <a:pt x="473903" y="73394"/>
                </a:moveTo>
                <a:lnTo>
                  <a:pt x="459213" y="73394"/>
                </a:lnTo>
                <a:lnTo>
                  <a:pt x="477236" y="26514"/>
                </a:lnTo>
                <a:lnTo>
                  <a:pt x="491648" y="26514"/>
                </a:lnTo>
                <a:lnTo>
                  <a:pt x="473903" y="73394"/>
                </a:lnTo>
                <a:close/>
              </a:path>
              <a:path w="678179" h="121285">
                <a:moveTo>
                  <a:pt x="550526" y="82763"/>
                </a:moveTo>
                <a:lnTo>
                  <a:pt x="526655" y="82763"/>
                </a:lnTo>
                <a:lnTo>
                  <a:pt x="529962" y="81841"/>
                </a:lnTo>
                <a:lnTo>
                  <a:pt x="535731" y="78133"/>
                </a:lnTo>
                <a:lnTo>
                  <a:pt x="537998" y="75508"/>
                </a:lnTo>
                <a:lnTo>
                  <a:pt x="541316" y="68720"/>
                </a:lnTo>
                <a:lnTo>
                  <a:pt x="542151" y="64838"/>
                </a:lnTo>
                <a:lnTo>
                  <a:pt x="542121" y="55956"/>
                </a:lnTo>
                <a:lnTo>
                  <a:pt x="526655" y="38161"/>
                </a:lnTo>
                <a:lnTo>
                  <a:pt x="550406" y="38161"/>
                </a:lnTo>
                <a:lnTo>
                  <a:pt x="555305" y="47454"/>
                </a:lnTo>
                <a:lnTo>
                  <a:pt x="556725" y="53484"/>
                </a:lnTo>
                <a:lnTo>
                  <a:pt x="556758" y="67310"/>
                </a:lnTo>
                <a:lnTo>
                  <a:pt x="555338" y="73470"/>
                </a:lnTo>
                <a:lnTo>
                  <a:pt x="550526" y="82763"/>
                </a:lnTo>
                <a:close/>
              </a:path>
              <a:path w="678179" h="121285">
                <a:moveTo>
                  <a:pt x="596940" y="96557"/>
                </a:moveTo>
                <a:lnTo>
                  <a:pt x="587028" y="96557"/>
                </a:lnTo>
                <a:lnTo>
                  <a:pt x="582582" y="95570"/>
                </a:lnTo>
                <a:lnTo>
                  <a:pt x="574341" y="91601"/>
                </a:lnTo>
                <a:lnTo>
                  <a:pt x="571055" y="88641"/>
                </a:lnTo>
                <a:lnTo>
                  <a:pt x="566153" y="80790"/>
                </a:lnTo>
                <a:lnTo>
                  <a:pt x="564928" y="76213"/>
                </a:lnTo>
                <a:lnTo>
                  <a:pt x="564928" y="26514"/>
                </a:lnTo>
                <a:lnTo>
                  <a:pt x="579502" y="26514"/>
                </a:lnTo>
                <a:lnTo>
                  <a:pt x="579502" y="77504"/>
                </a:lnTo>
                <a:lnTo>
                  <a:pt x="584090" y="82763"/>
                </a:lnTo>
                <a:lnTo>
                  <a:pt x="624300" y="82763"/>
                </a:lnTo>
                <a:lnTo>
                  <a:pt x="624300" y="88034"/>
                </a:lnTo>
                <a:lnTo>
                  <a:pt x="610767" y="88034"/>
                </a:lnTo>
                <a:lnTo>
                  <a:pt x="610541" y="89374"/>
                </a:lnTo>
                <a:lnTo>
                  <a:pt x="609379" y="90430"/>
                </a:lnTo>
                <a:lnTo>
                  <a:pt x="601484" y="95332"/>
                </a:lnTo>
                <a:lnTo>
                  <a:pt x="596940" y="96557"/>
                </a:lnTo>
                <a:close/>
              </a:path>
              <a:path w="678179" h="121285">
                <a:moveTo>
                  <a:pt x="624300" y="82763"/>
                </a:moveTo>
                <a:lnTo>
                  <a:pt x="598708" y="82763"/>
                </a:lnTo>
                <a:lnTo>
                  <a:pt x="602807" y="80811"/>
                </a:lnTo>
                <a:lnTo>
                  <a:pt x="608316" y="73003"/>
                </a:lnTo>
                <a:lnTo>
                  <a:pt x="609693" y="67527"/>
                </a:lnTo>
                <a:lnTo>
                  <a:pt x="609693" y="26514"/>
                </a:lnTo>
                <a:lnTo>
                  <a:pt x="624300" y="26514"/>
                </a:lnTo>
                <a:lnTo>
                  <a:pt x="624300" y="82763"/>
                </a:lnTo>
                <a:close/>
              </a:path>
              <a:path w="678179" h="121285">
                <a:moveTo>
                  <a:pt x="610541" y="89374"/>
                </a:moveTo>
                <a:lnTo>
                  <a:pt x="610767" y="88034"/>
                </a:lnTo>
                <a:lnTo>
                  <a:pt x="611157" y="88814"/>
                </a:lnTo>
                <a:lnTo>
                  <a:pt x="610541" y="89374"/>
                </a:lnTo>
                <a:close/>
              </a:path>
              <a:path w="678179" h="121285">
                <a:moveTo>
                  <a:pt x="624300" y="94410"/>
                </a:moveTo>
                <a:lnTo>
                  <a:pt x="609693" y="94410"/>
                </a:lnTo>
                <a:lnTo>
                  <a:pt x="610541" y="89374"/>
                </a:lnTo>
                <a:lnTo>
                  <a:pt x="611157" y="88814"/>
                </a:lnTo>
                <a:lnTo>
                  <a:pt x="610767" y="88034"/>
                </a:lnTo>
                <a:lnTo>
                  <a:pt x="624300" y="88034"/>
                </a:lnTo>
                <a:lnTo>
                  <a:pt x="624300" y="94410"/>
                </a:lnTo>
                <a:close/>
              </a:path>
              <a:path w="678179" h="121285">
                <a:moveTo>
                  <a:pt x="677839" y="33996"/>
                </a:moveTo>
                <a:lnTo>
                  <a:pt x="649243" y="33996"/>
                </a:lnTo>
                <a:lnTo>
                  <a:pt x="649368" y="32924"/>
                </a:lnTo>
                <a:lnTo>
                  <a:pt x="650837" y="31556"/>
                </a:lnTo>
                <a:lnTo>
                  <a:pt x="659057" y="25831"/>
                </a:lnTo>
                <a:lnTo>
                  <a:pt x="663720" y="24399"/>
                </a:lnTo>
                <a:lnTo>
                  <a:pt x="671332" y="24399"/>
                </a:lnTo>
                <a:lnTo>
                  <a:pt x="674304" y="24941"/>
                </a:lnTo>
                <a:lnTo>
                  <a:pt x="677839" y="26026"/>
                </a:lnTo>
                <a:lnTo>
                  <a:pt x="677839" y="33996"/>
                </a:lnTo>
                <a:close/>
              </a:path>
              <a:path w="678179" h="121285">
                <a:moveTo>
                  <a:pt x="650121" y="94410"/>
                </a:moveTo>
                <a:lnTo>
                  <a:pt x="635514" y="94410"/>
                </a:lnTo>
                <a:lnTo>
                  <a:pt x="635514" y="26514"/>
                </a:lnTo>
                <a:lnTo>
                  <a:pt x="650121" y="26514"/>
                </a:lnTo>
                <a:lnTo>
                  <a:pt x="649368" y="32924"/>
                </a:lnTo>
                <a:lnTo>
                  <a:pt x="648939" y="33324"/>
                </a:lnTo>
                <a:lnTo>
                  <a:pt x="649243" y="33996"/>
                </a:lnTo>
                <a:lnTo>
                  <a:pt x="677839" y="33996"/>
                </a:lnTo>
                <a:lnTo>
                  <a:pt x="677839" y="37770"/>
                </a:lnTo>
                <a:lnTo>
                  <a:pt x="665650" y="37770"/>
                </a:lnTo>
                <a:lnTo>
                  <a:pt x="662592" y="38703"/>
                </a:lnTo>
                <a:lnTo>
                  <a:pt x="656910" y="42412"/>
                </a:lnTo>
                <a:lnTo>
                  <a:pt x="654589" y="45144"/>
                </a:lnTo>
                <a:lnTo>
                  <a:pt x="651010" y="52388"/>
                </a:lnTo>
                <a:lnTo>
                  <a:pt x="650121" y="56726"/>
                </a:lnTo>
                <a:lnTo>
                  <a:pt x="650121" y="94410"/>
                </a:lnTo>
                <a:close/>
              </a:path>
              <a:path w="678179" h="121285">
                <a:moveTo>
                  <a:pt x="649243" y="33996"/>
                </a:moveTo>
                <a:lnTo>
                  <a:pt x="648939" y="33324"/>
                </a:lnTo>
                <a:lnTo>
                  <a:pt x="649368" y="32924"/>
                </a:lnTo>
                <a:lnTo>
                  <a:pt x="649243" y="33996"/>
                </a:lnTo>
                <a:close/>
              </a:path>
              <a:path w="678179" h="121285">
                <a:moveTo>
                  <a:pt x="677839" y="40731"/>
                </a:moveTo>
                <a:lnTo>
                  <a:pt x="673718" y="38757"/>
                </a:lnTo>
                <a:lnTo>
                  <a:pt x="670747" y="37770"/>
                </a:lnTo>
                <a:lnTo>
                  <a:pt x="677839" y="37770"/>
                </a:lnTo>
                <a:lnTo>
                  <a:pt x="677839" y="40731"/>
                </a:lnTo>
                <a:close/>
              </a:path>
            </a:pathLst>
          </a:custGeom>
          <a:solidFill>
            <a:srgbClr val="B6534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2311" y="1986246"/>
            <a:ext cx="978266" cy="12105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153730" y="1290921"/>
            <a:ext cx="2513965" cy="13093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9370" marR="189230" indent="156845">
              <a:lnSpc>
                <a:spcPct val="101200"/>
              </a:lnSpc>
              <a:spcBef>
                <a:spcPts val="85"/>
              </a:spcBef>
            </a:pPr>
            <a:r>
              <a:rPr sz="1050" dirty="0">
                <a:solidFill>
                  <a:srgbClr val="B65341"/>
                </a:solidFill>
                <a:latin typeface="Trebuchet MS"/>
                <a:cs typeface="Trebuchet MS"/>
              </a:rPr>
              <a:t>Say</a:t>
            </a:r>
            <a:r>
              <a:rPr sz="1050" spc="-5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B65341"/>
                </a:solidFill>
                <a:latin typeface="Trebuchet MS"/>
                <a:cs typeface="Trebuchet MS"/>
              </a:rPr>
              <a:t>goodbye</a:t>
            </a:r>
            <a:r>
              <a:rPr sz="105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75" dirty="0">
                <a:solidFill>
                  <a:srgbClr val="B65341"/>
                </a:solidFill>
                <a:latin typeface="Trebuchet MS"/>
                <a:cs typeface="Trebuchet MS"/>
              </a:rPr>
              <a:t>to</a:t>
            </a:r>
            <a:r>
              <a:rPr sz="1050" spc="-5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B65341"/>
                </a:solidFill>
                <a:latin typeface="Trebuchet MS"/>
                <a:cs typeface="Trebuchet MS"/>
              </a:rPr>
              <a:t>long</a:t>
            </a:r>
            <a:r>
              <a:rPr sz="105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B65341"/>
                </a:solidFill>
                <a:latin typeface="Trebuchet MS"/>
                <a:cs typeface="Trebuchet MS"/>
              </a:rPr>
              <a:t>waits</a:t>
            </a:r>
            <a:r>
              <a:rPr sz="1050" spc="-5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65" dirty="0">
                <a:solidFill>
                  <a:srgbClr val="B65341"/>
                </a:solidFill>
                <a:latin typeface="Trebuchet MS"/>
                <a:cs typeface="Trebuchet MS"/>
              </a:rPr>
              <a:t>for</a:t>
            </a:r>
            <a:r>
              <a:rPr sz="105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B65341"/>
                </a:solidFill>
                <a:latin typeface="Trebuchet MS"/>
                <a:cs typeface="Trebuchet MS"/>
              </a:rPr>
              <a:t>grocery </a:t>
            </a:r>
            <a:r>
              <a:rPr sz="1050" spc="-55" dirty="0">
                <a:solidFill>
                  <a:srgbClr val="B65341"/>
                </a:solidFill>
                <a:latin typeface="Trebuchet MS"/>
                <a:cs typeface="Trebuchet MS"/>
              </a:rPr>
              <a:t>deliveries.</a:t>
            </a:r>
            <a:r>
              <a:rPr sz="1050" spc="-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B65341"/>
                </a:solidFill>
                <a:latin typeface="Trebuchet MS"/>
                <a:cs typeface="Trebuchet MS"/>
              </a:rPr>
              <a:t>QuickBasket</a:t>
            </a:r>
            <a:r>
              <a:rPr sz="105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B65341"/>
                </a:solidFill>
                <a:latin typeface="Trebuchet MS"/>
                <a:cs typeface="Trebuchet MS"/>
              </a:rPr>
              <a:t>offers</a:t>
            </a:r>
            <a:endParaRPr sz="1050" dirty="0">
              <a:latin typeface="Trebuchet MS"/>
              <a:cs typeface="Trebuchet MS"/>
            </a:endParaRPr>
          </a:p>
          <a:p>
            <a:pPr marL="67310" marR="290830" indent="700405">
              <a:lnSpc>
                <a:spcPct val="101200"/>
              </a:lnSpc>
            </a:pPr>
            <a:r>
              <a:rPr sz="1050" spc="-45" dirty="0">
                <a:solidFill>
                  <a:srgbClr val="B65341"/>
                </a:solidFill>
                <a:latin typeface="Trebuchet MS"/>
                <a:cs typeface="Trebuchet MS"/>
              </a:rPr>
              <a:t>right </a:t>
            </a:r>
            <a:r>
              <a:rPr sz="1050" spc="-75" dirty="0">
                <a:solidFill>
                  <a:srgbClr val="B65341"/>
                </a:solidFill>
                <a:latin typeface="Trebuchet MS"/>
                <a:cs typeface="Trebuchet MS"/>
              </a:rPr>
              <a:t>to</a:t>
            </a:r>
            <a:r>
              <a:rPr sz="105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40" dirty="0">
                <a:solidFill>
                  <a:srgbClr val="B65341"/>
                </a:solidFill>
                <a:latin typeface="Trebuchet MS"/>
                <a:cs typeface="Trebuchet MS"/>
              </a:rPr>
              <a:t>your</a:t>
            </a:r>
            <a:r>
              <a:rPr sz="105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50" dirty="0">
                <a:solidFill>
                  <a:srgbClr val="B65341"/>
                </a:solidFill>
                <a:latin typeface="Trebuchet MS"/>
                <a:cs typeface="Trebuchet MS"/>
              </a:rPr>
              <a:t>doorstep.</a:t>
            </a:r>
            <a:r>
              <a:rPr sz="105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B65341"/>
                </a:solidFill>
                <a:latin typeface="Trebuchet MS"/>
                <a:cs typeface="Trebuchet MS"/>
              </a:rPr>
              <a:t>We understand</a:t>
            </a:r>
            <a:r>
              <a:rPr sz="1050" spc="-3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65" dirty="0">
                <a:solidFill>
                  <a:srgbClr val="B65341"/>
                </a:solidFill>
                <a:latin typeface="Trebuchet MS"/>
                <a:cs typeface="Trebuchet MS"/>
              </a:rPr>
              <a:t>the</a:t>
            </a:r>
            <a:r>
              <a:rPr sz="1050" spc="-3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45" dirty="0">
                <a:solidFill>
                  <a:srgbClr val="B65341"/>
                </a:solidFill>
                <a:latin typeface="Trebuchet MS"/>
                <a:cs typeface="Trebuchet MS"/>
              </a:rPr>
              <a:t>importance</a:t>
            </a:r>
            <a:r>
              <a:rPr sz="1050" spc="-25" dirty="0">
                <a:solidFill>
                  <a:srgbClr val="B65341"/>
                </a:solidFill>
                <a:latin typeface="Trebuchet MS"/>
                <a:cs typeface="Trebuchet MS"/>
              </a:rPr>
              <a:t> of</a:t>
            </a:r>
            <a:endParaRPr sz="1050" dirty="0">
              <a:latin typeface="Trebuchet MS"/>
              <a:cs typeface="Trebuchet MS"/>
            </a:endParaRPr>
          </a:p>
          <a:p>
            <a:pPr marL="12700" marR="5080" indent="1085850">
              <a:lnSpc>
                <a:spcPts val="1200"/>
              </a:lnSpc>
              <a:spcBef>
                <a:spcPts val="105"/>
              </a:spcBef>
            </a:pPr>
            <a:r>
              <a:rPr sz="1050" spc="-180" dirty="0">
                <a:solidFill>
                  <a:srgbClr val="B65341"/>
                </a:solidFill>
                <a:latin typeface="Trebuchet MS"/>
                <a:cs typeface="Trebuchet MS"/>
              </a:rPr>
              <a:t>,</a:t>
            </a:r>
            <a:r>
              <a:rPr sz="1050" spc="-5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B65341"/>
                </a:solidFill>
                <a:latin typeface="Trebuchet MS"/>
                <a:cs typeface="Trebuchet MS"/>
              </a:rPr>
              <a:t>so</a:t>
            </a:r>
            <a:r>
              <a:rPr sz="1050" spc="-55" dirty="0">
                <a:solidFill>
                  <a:srgbClr val="B65341"/>
                </a:solidFill>
                <a:latin typeface="Trebuchet MS"/>
                <a:cs typeface="Trebuchet MS"/>
              </a:rPr>
              <a:t> we</a:t>
            </a:r>
            <a:r>
              <a:rPr sz="1050" spc="-50" dirty="0">
                <a:solidFill>
                  <a:srgbClr val="B65341"/>
                </a:solidFill>
                <a:latin typeface="Trebuchet MS"/>
                <a:cs typeface="Trebuchet MS"/>
              </a:rPr>
              <a:t> prioritize</a:t>
            </a:r>
            <a:r>
              <a:rPr sz="1050" spc="-5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B65341"/>
                </a:solidFill>
                <a:latin typeface="Trebuchet MS"/>
                <a:cs typeface="Trebuchet MS"/>
              </a:rPr>
              <a:t>speed </a:t>
            </a:r>
            <a:r>
              <a:rPr sz="1050" dirty="0">
                <a:solidFill>
                  <a:srgbClr val="B65341"/>
                </a:solidFill>
                <a:latin typeface="Trebuchet MS"/>
                <a:cs typeface="Trebuchet MS"/>
              </a:rPr>
              <a:t>and</a:t>
            </a:r>
            <a:r>
              <a:rPr sz="1050" spc="-2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70" dirty="0">
                <a:solidFill>
                  <a:srgbClr val="B65341"/>
                </a:solidFill>
                <a:latin typeface="Trebuchet MS"/>
                <a:cs typeface="Trebuchet MS"/>
              </a:rPr>
              <a:t>reliability.</a:t>
            </a:r>
            <a:r>
              <a:rPr sz="1050" spc="-2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55" dirty="0">
                <a:solidFill>
                  <a:srgbClr val="B65341"/>
                </a:solidFill>
                <a:latin typeface="Trebuchet MS"/>
                <a:cs typeface="Trebuchet MS"/>
              </a:rPr>
              <a:t>With</a:t>
            </a:r>
            <a:r>
              <a:rPr sz="1050" spc="-2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50" dirty="0">
                <a:solidFill>
                  <a:srgbClr val="B65341"/>
                </a:solidFill>
                <a:latin typeface="Trebuchet MS"/>
                <a:cs typeface="Trebuchet MS"/>
              </a:rPr>
              <a:t>QuickBasket,</a:t>
            </a:r>
            <a:r>
              <a:rPr sz="1050" spc="-2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50" dirty="0">
                <a:solidFill>
                  <a:srgbClr val="B65341"/>
                </a:solidFill>
                <a:latin typeface="Trebuchet MS"/>
                <a:cs typeface="Trebuchet MS"/>
              </a:rPr>
              <a:t>you'll</a:t>
            </a:r>
            <a:r>
              <a:rPr sz="1050" spc="-20" dirty="0">
                <a:solidFill>
                  <a:srgbClr val="B65341"/>
                </a:solidFill>
                <a:latin typeface="Trebuchet MS"/>
                <a:cs typeface="Trebuchet MS"/>
              </a:rPr>
              <a:t> never</a:t>
            </a:r>
            <a:endParaRPr sz="1050" dirty="0">
              <a:latin typeface="Trebuchet MS"/>
              <a:cs typeface="Trebuchet MS"/>
            </a:endParaRPr>
          </a:p>
          <a:p>
            <a:pPr marL="777240" marR="284480" indent="-485775">
              <a:lnSpc>
                <a:spcPts val="1270"/>
              </a:lnSpc>
              <a:spcBef>
                <a:spcPts val="15"/>
              </a:spcBef>
            </a:pPr>
            <a:r>
              <a:rPr sz="1050" spc="-25" dirty="0">
                <a:solidFill>
                  <a:srgbClr val="B65341"/>
                </a:solidFill>
                <a:latin typeface="Trebuchet MS"/>
                <a:cs typeface="Trebuchet MS"/>
              </a:rPr>
              <a:t>have</a:t>
            </a:r>
            <a:r>
              <a:rPr sz="1050" spc="-6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75" dirty="0">
                <a:solidFill>
                  <a:srgbClr val="B65341"/>
                </a:solidFill>
                <a:latin typeface="Trebuchet MS"/>
                <a:cs typeface="Trebuchet MS"/>
              </a:rPr>
              <a:t>to</a:t>
            </a:r>
            <a:r>
              <a:rPr sz="1050" spc="-55" dirty="0">
                <a:solidFill>
                  <a:srgbClr val="B65341"/>
                </a:solidFill>
                <a:latin typeface="Trebuchet MS"/>
                <a:cs typeface="Trebuchet MS"/>
              </a:rPr>
              <a:t> worry </a:t>
            </a:r>
            <a:r>
              <a:rPr sz="1050" spc="-30" dirty="0">
                <a:solidFill>
                  <a:srgbClr val="B65341"/>
                </a:solidFill>
                <a:latin typeface="Trebuchet MS"/>
                <a:cs typeface="Trebuchet MS"/>
              </a:rPr>
              <a:t>about</a:t>
            </a:r>
            <a:r>
              <a:rPr sz="1050" spc="-6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B65341"/>
                </a:solidFill>
                <a:latin typeface="Trebuchet MS"/>
                <a:cs typeface="Trebuchet MS"/>
              </a:rPr>
              <a:t>running</a:t>
            </a:r>
            <a:r>
              <a:rPr sz="1050" spc="-5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60" dirty="0">
                <a:solidFill>
                  <a:srgbClr val="B65341"/>
                </a:solidFill>
                <a:latin typeface="Trebuchet MS"/>
                <a:cs typeface="Trebuchet MS"/>
              </a:rPr>
              <a:t>out</a:t>
            </a:r>
            <a:r>
              <a:rPr sz="1050" spc="-5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B65341"/>
                </a:solidFill>
                <a:latin typeface="Trebuchet MS"/>
                <a:cs typeface="Trebuchet MS"/>
              </a:rPr>
              <a:t>of </a:t>
            </a:r>
            <a:r>
              <a:rPr sz="1050" spc="-20" dirty="0">
                <a:solidFill>
                  <a:srgbClr val="B65341"/>
                </a:solidFill>
                <a:latin typeface="Trebuchet MS"/>
                <a:cs typeface="Trebuchet MS"/>
              </a:rPr>
              <a:t>essentials</a:t>
            </a:r>
            <a:r>
              <a:rPr sz="1050" spc="-3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B65341"/>
                </a:solidFill>
                <a:latin typeface="Trebuchet MS"/>
                <a:cs typeface="Trebuchet MS"/>
              </a:rPr>
              <a:t>again.</a:t>
            </a:r>
            <a:endParaRPr sz="105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09431" y="441325"/>
            <a:ext cx="5490684" cy="3385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120"/>
              </a:spcBef>
            </a:pPr>
            <a:r>
              <a:rPr sz="2100" dirty="0"/>
              <a:t>FAST</a:t>
            </a:r>
            <a:r>
              <a:rPr sz="2100" spc="150" dirty="0"/>
              <a:t> </a:t>
            </a:r>
            <a:r>
              <a:rPr sz="2100" spc="155" dirty="0"/>
              <a:t>DELIVERY</a:t>
            </a:r>
          </a:p>
        </p:txBody>
      </p:sp>
      <p:sp>
        <p:nvSpPr>
          <p:cNvPr id="8" name="object 8"/>
          <p:cNvSpPr/>
          <p:nvPr/>
        </p:nvSpPr>
        <p:spPr>
          <a:xfrm>
            <a:off x="0" y="3571"/>
            <a:ext cx="131445" cy="1448435"/>
          </a:xfrm>
          <a:custGeom>
            <a:avLst/>
            <a:gdLst/>
            <a:ahLst/>
            <a:cxnLst/>
            <a:rect l="l" t="t" r="r" b="b"/>
            <a:pathLst>
              <a:path w="131445" h="1448435">
                <a:moveTo>
                  <a:pt x="0" y="0"/>
                </a:moveTo>
                <a:lnTo>
                  <a:pt x="131199" y="0"/>
                </a:lnTo>
                <a:lnTo>
                  <a:pt x="131199" y="1447838"/>
                </a:lnTo>
                <a:lnTo>
                  <a:pt x="0" y="1447838"/>
                </a:lnTo>
                <a:lnTo>
                  <a:pt x="0" y="0"/>
                </a:lnTo>
                <a:close/>
              </a:path>
            </a:pathLst>
          </a:custGeom>
          <a:solidFill>
            <a:srgbClr val="DA746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6957" y="1452005"/>
            <a:ext cx="3249193" cy="2014697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56672"/>
            <a:ext cx="6967855" cy="3911610"/>
            <a:chOff x="0" y="3571"/>
            <a:chExt cx="6967855" cy="39116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8351" y="3571"/>
              <a:ext cx="6385859" cy="391120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581"/>
              <a:ext cx="6967855" cy="3911600"/>
            </a:xfrm>
            <a:custGeom>
              <a:avLst/>
              <a:gdLst/>
              <a:ahLst/>
              <a:cxnLst/>
              <a:rect l="l" t="t" r="r" b="b"/>
              <a:pathLst>
                <a:path w="6967855" h="3911600">
                  <a:moveTo>
                    <a:pt x="133350" y="0"/>
                  </a:moveTo>
                  <a:lnTo>
                    <a:pt x="0" y="0"/>
                  </a:lnTo>
                  <a:lnTo>
                    <a:pt x="0" y="1084364"/>
                  </a:lnTo>
                  <a:lnTo>
                    <a:pt x="133350" y="1084364"/>
                  </a:lnTo>
                  <a:lnTo>
                    <a:pt x="133350" y="0"/>
                  </a:lnTo>
                  <a:close/>
                </a:path>
                <a:path w="6967855" h="3911600">
                  <a:moveTo>
                    <a:pt x="6967677" y="3779151"/>
                  </a:moveTo>
                  <a:lnTo>
                    <a:pt x="0" y="3779151"/>
                  </a:lnTo>
                  <a:lnTo>
                    <a:pt x="0" y="3911193"/>
                  </a:lnTo>
                  <a:lnTo>
                    <a:pt x="6967677" y="3911193"/>
                  </a:lnTo>
                  <a:lnTo>
                    <a:pt x="6967677" y="3779151"/>
                  </a:lnTo>
                  <a:close/>
                </a:path>
                <a:path w="6967855" h="3911600">
                  <a:moveTo>
                    <a:pt x="6967677" y="0"/>
                  </a:moveTo>
                  <a:lnTo>
                    <a:pt x="6837273" y="0"/>
                  </a:lnTo>
                  <a:lnTo>
                    <a:pt x="6837273" y="538010"/>
                  </a:lnTo>
                  <a:lnTo>
                    <a:pt x="6967677" y="538010"/>
                  </a:lnTo>
                  <a:lnTo>
                    <a:pt x="6967677" y="0"/>
                  </a:lnTo>
                  <a:close/>
                </a:path>
              </a:pathLst>
            </a:custGeom>
            <a:solidFill>
              <a:srgbClr val="DA7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7474" y="461686"/>
              <a:ext cx="3465195" cy="561975"/>
            </a:xfrm>
            <a:custGeom>
              <a:avLst/>
              <a:gdLst/>
              <a:ahLst/>
              <a:cxnLst/>
              <a:rect l="l" t="t" r="r" b="b"/>
              <a:pathLst>
                <a:path w="3465195" h="561975">
                  <a:moveTo>
                    <a:pt x="3464718" y="561528"/>
                  </a:moveTo>
                  <a:lnTo>
                    <a:pt x="0" y="561528"/>
                  </a:lnTo>
                  <a:lnTo>
                    <a:pt x="0" y="0"/>
                  </a:lnTo>
                  <a:lnTo>
                    <a:pt x="3464718" y="0"/>
                  </a:lnTo>
                  <a:lnTo>
                    <a:pt x="3464718" y="5615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65393" y="545318"/>
            <a:ext cx="199453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190" dirty="0"/>
              <a:t>WIDE</a:t>
            </a:r>
            <a:r>
              <a:rPr sz="1700" spc="45" dirty="0"/>
              <a:t> </a:t>
            </a:r>
            <a:r>
              <a:rPr sz="1700" spc="145" dirty="0"/>
              <a:t>SELECTION</a:t>
            </a:r>
            <a:endParaRPr sz="1700" dirty="0"/>
          </a:p>
        </p:txBody>
      </p:sp>
      <p:grpSp>
        <p:nvGrpSpPr>
          <p:cNvPr id="7" name="object 7"/>
          <p:cNvGrpSpPr/>
          <p:nvPr/>
        </p:nvGrpSpPr>
        <p:grpSpPr>
          <a:xfrm>
            <a:off x="267475" y="930928"/>
            <a:ext cx="3465195" cy="1941830"/>
            <a:chOff x="267475" y="930928"/>
            <a:chExt cx="3465195" cy="1941830"/>
          </a:xfrm>
        </p:grpSpPr>
        <p:sp>
          <p:nvSpPr>
            <p:cNvPr id="8" name="object 8"/>
            <p:cNvSpPr/>
            <p:nvPr/>
          </p:nvSpPr>
          <p:spPr>
            <a:xfrm>
              <a:off x="267475" y="930928"/>
              <a:ext cx="3465195" cy="1941830"/>
            </a:xfrm>
            <a:custGeom>
              <a:avLst/>
              <a:gdLst/>
              <a:ahLst/>
              <a:cxnLst/>
              <a:rect l="l" t="t" r="r" b="b"/>
              <a:pathLst>
                <a:path w="3465195" h="1941830">
                  <a:moveTo>
                    <a:pt x="3464718" y="1941760"/>
                  </a:moveTo>
                  <a:lnTo>
                    <a:pt x="0" y="1941760"/>
                  </a:lnTo>
                  <a:lnTo>
                    <a:pt x="0" y="0"/>
                  </a:lnTo>
                  <a:lnTo>
                    <a:pt x="3464718" y="0"/>
                  </a:lnTo>
                  <a:lnTo>
                    <a:pt x="3464718" y="19417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13836" y="1090793"/>
              <a:ext cx="1490618" cy="14983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3463" y="1824218"/>
              <a:ext cx="1788273" cy="14983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03419" y="1045280"/>
            <a:ext cx="3118485" cy="1303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  <a:tabLst>
                <a:tab pos="2873375" algn="l"/>
              </a:tabLst>
            </a:pPr>
            <a:r>
              <a:rPr sz="1200" spc="-40" dirty="0">
                <a:solidFill>
                  <a:srgbClr val="B65341"/>
                </a:solidFill>
                <a:latin typeface="Trebuchet MS"/>
                <a:cs typeface="Trebuchet MS"/>
              </a:rPr>
              <a:t>QuickBasket</a:t>
            </a:r>
            <a:r>
              <a:rPr sz="1200" spc="-1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55" dirty="0">
                <a:solidFill>
                  <a:srgbClr val="B65341"/>
                </a:solidFill>
                <a:latin typeface="Trebuchet MS"/>
                <a:cs typeface="Trebuchet MS"/>
              </a:rPr>
              <a:t>offers</a:t>
            </a:r>
            <a:r>
              <a:rPr sz="1200" spc="-1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50" dirty="0">
                <a:solidFill>
                  <a:srgbClr val="B65341"/>
                </a:solidFill>
                <a:latin typeface="Trebuchet MS"/>
                <a:cs typeface="Trebuchet MS"/>
              </a:rPr>
              <a:t>a</a:t>
            </a:r>
            <a:r>
              <a:rPr sz="1200" dirty="0">
                <a:solidFill>
                  <a:srgbClr val="B65341"/>
                </a:solidFill>
                <a:latin typeface="Trebuchet MS"/>
                <a:cs typeface="Trebuchet MS"/>
              </a:rPr>
              <a:t>	</a:t>
            </a:r>
            <a:r>
              <a:rPr sz="1200" spc="-25" dirty="0">
                <a:solidFill>
                  <a:srgbClr val="B65341"/>
                </a:solidFill>
                <a:latin typeface="Trebuchet MS"/>
                <a:cs typeface="Trebuchet MS"/>
              </a:rPr>
              <a:t>to</a:t>
            </a:r>
            <a:endParaRPr sz="1200" dirty="0">
              <a:latin typeface="Trebuchet MS"/>
              <a:cs typeface="Trebuchet MS"/>
            </a:endParaRPr>
          </a:p>
          <a:p>
            <a:pPr marL="12065" marR="5080" algn="ctr">
              <a:lnSpc>
                <a:spcPts val="1430"/>
              </a:lnSpc>
              <a:spcBef>
                <a:spcPts val="120"/>
              </a:spcBef>
            </a:pPr>
            <a:r>
              <a:rPr sz="1200" spc="-35" dirty="0">
                <a:solidFill>
                  <a:srgbClr val="B65341"/>
                </a:solidFill>
                <a:latin typeface="Trebuchet MS"/>
                <a:cs typeface="Trebuchet MS"/>
              </a:rPr>
              <a:t>suit</a:t>
            </a:r>
            <a:r>
              <a:rPr sz="1200" spc="-9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60" dirty="0">
                <a:solidFill>
                  <a:srgbClr val="B65341"/>
                </a:solidFill>
                <a:latin typeface="Trebuchet MS"/>
                <a:cs typeface="Trebuchet MS"/>
              </a:rPr>
              <a:t>every</a:t>
            </a:r>
            <a:r>
              <a:rPr sz="1200" spc="-9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B65341"/>
                </a:solidFill>
                <a:latin typeface="Trebuchet MS"/>
                <a:cs typeface="Trebuchet MS"/>
              </a:rPr>
              <a:t>need.</a:t>
            </a:r>
            <a:r>
              <a:rPr sz="1200" spc="15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75" dirty="0">
                <a:solidFill>
                  <a:srgbClr val="B65341"/>
                </a:solidFill>
                <a:latin typeface="Trebuchet MS"/>
                <a:cs typeface="Trebuchet MS"/>
              </a:rPr>
              <a:t>From</a:t>
            </a:r>
            <a:r>
              <a:rPr sz="1200" spc="-10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40" dirty="0">
                <a:solidFill>
                  <a:srgbClr val="B65341"/>
                </a:solidFill>
                <a:latin typeface="Trebuchet MS"/>
                <a:cs typeface="Trebuchet MS"/>
              </a:rPr>
              <a:t>fresh</a:t>
            </a:r>
            <a:r>
              <a:rPr sz="1200" spc="-9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30" dirty="0">
                <a:solidFill>
                  <a:srgbClr val="B65341"/>
                </a:solidFill>
                <a:latin typeface="Trebuchet MS"/>
                <a:cs typeface="Trebuchet MS"/>
              </a:rPr>
              <a:t>produce</a:t>
            </a:r>
            <a:r>
              <a:rPr sz="1200" spc="-9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95" dirty="0">
                <a:solidFill>
                  <a:srgbClr val="B65341"/>
                </a:solidFill>
                <a:latin typeface="Trebuchet MS"/>
                <a:cs typeface="Trebuchet MS"/>
              </a:rPr>
              <a:t>to </a:t>
            </a:r>
            <a:r>
              <a:rPr sz="1200" spc="-10" dirty="0">
                <a:solidFill>
                  <a:srgbClr val="B65341"/>
                </a:solidFill>
                <a:latin typeface="Trebuchet MS"/>
                <a:cs typeface="Trebuchet MS"/>
              </a:rPr>
              <a:t>pantry </a:t>
            </a:r>
            <a:r>
              <a:rPr sz="1200" spc="-50" dirty="0">
                <a:solidFill>
                  <a:srgbClr val="B65341"/>
                </a:solidFill>
                <a:latin typeface="Trebuchet MS"/>
                <a:cs typeface="Trebuchet MS"/>
              </a:rPr>
              <a:t>staples,</a:t>
            </a:r>
            <a:r>
              <a:rPr sz="1200" spc="-6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55" dirty="0">
                <a:solidFill>
                  <a:srgbClr val="B65341"/>
                </a:solidFill>
                <a:latin typeface="Trebuchet MS"/>
                <a:cs typeface="Trebuchet MS"/>
              </a:rPr>
              <a:t>we've </a:t>
            </a:r>
            <a:r>
              <a:rPr sz="1200" spc="-40" dirty="0">
                <a:solidFill>
                  <a:srgbClr val="B65341"/>
                </a:solidFill>
                <a:latin typeface="Trebuchet MS"/>
                <a:cs typeface="Trebuchet MS"/>
              </a:rPr>
              <a:t>got</a:t>
            </a:r>
            <a:r>
              <a:rPr sz="1200" spc="-5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35" dirty="0">
                <a:solidFill>
                  <a:srgbClr val="B65341"/>
                </a:solidFill>
                <a:latin typeface="Trebuchet MS"/>
                <a:cs typeface="Trebuchet MS"/>
              </a:rPr>
              <a:t>you</a:t>
            </a:r>
            <a:r>
              <a:rPr sz="1200" spc="-5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70" dirty="0">
                <a:solidFill>
                  <a:srgbClr val="B65341"/>
                </a:solidFill>
                <a:latin typeface="Trebuchet MS"/>
                <a:cs typeface="Trebuchet MS"/>
              </a:rPr>
              <a:t>covered.</a:t>
            </a:r>
            <a:r>
              <a:rPr sz="1200" spc="-5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30" dirty="0">
                <a:solidFill>
                  <a:srgbClr val="B65341"/>
                </a:solidFill>
                <a:latin typeface="Trebuchet MS"/>
                <a:cs typeface="Trebuchet MS"/>
              </a:rPr>
              <a:t>Our</a:t>
            </a:r>
            <a:r>
              <a:rPr sz="1200" spc="-5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B65341"/>
                </a:solidFill>
                <a:latin typeface="Trebuchet MS"/>
                <a:cs typeface="Trebuchet MS"/>
              </a:rPr>
              <a:t>partnerships </a:t>
            </a:r>
            <a:r>
              <a:rPr sz="1200" spc="-60" dirty="0">
                <a:solidFill>
                  <a:srgbClr val="B65341"/>
                </a:solidFill>
                <a:latin typeface="Trebuchet MS"/>
                <a:cs typeface="Trebuchet MS"/>
              </a:rPr>
              <a:t>with</a:t>
            </a:r>
            <a:r>
              <a:rPr sz="1200" spc="-6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55" dirty="0">
                <a:solidFill>
                  <a:srgbClr val="B65341"/>
                </a:solidFill>
                <a:latin typeface="Trebuchet MS"/>
                <a:cs typeface="Trebuchet MS"/>
              </a:rPr>
              <a:t>local</a:t>
            </a:r>
            <a:r>
              <a:rPr sz="1200" spc="-6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B65341"/>
                </a:solidFill>
                <a:latin typeface="Trebuchet MS"/>
                <a:cs typeface="Trebuchet MS"/>
              </a:rPr>
              <a:t>suppliers</a:t>
            </a:r>
            <a:r>
              <a:rPr sz="1200" spc="-6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B65341"/>
                </a:solidFill>
                <a:latin typeface="Trebuchet MS"/>
                <a:cs typeface="Trebuchet MS"/>
              </a:rPr>
              <a:t>ensure</a:t>
            </a:r>
            <a:r>
              <a:rPr sz="1200" spc="-6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75" dirty="0">
                <a:solidFill>
                  <a:srgbClr val="B65341"/>
                </a:solidFill>
                <a:latin typeface="Trebuchet MS"/>
                <a:cs typeface="Trebuchet MS"/>
              </a:rPr>
              <a:t>that</a:t>
            </a:r>
            <a:r>
              <a:rPr sz="1200" spc="-6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35" dirty="0">
                <a:solidFill>
                  <a:srgbClr val="B65341"/>
                </a:solidFill>
                <a:latin typeface="Trebuchet MS"/>
                <a:cs typeface="Trebuchet MS"/>
              </a:rPr>
              <a:t>you</a:t>
            </a:r>
            <a:r>
              <a:rPr sz="1200" spc="-6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get</a:t>
            </a:r>
            <a:r>
              <a:rPr sz="1200" spc="-6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B65341"/>
                </a:solidFill>
                <a:latin typeface="Trebuchet MS"/>
                <a:cs typeface="Trebuchet MS"/>
              </a:rPr>
              <a:t>the</a:t>
            </a:r>
            <a:endParaRPr sz="1200" dirty="0">
              <a:latin typeface="Trebuchet MS"/>
              <a:cs typeface="Trebuchet MS"/>
            </a:endParaRPr>
          </a:p>
          <a:p>
            <a:pPr marL="1818639" algn="ctr">
              <a:lnSpc>
                <a:spcPts val="1360"/>
              </a:lnSpc>
            </a:pPr>
            <a:r>
              <a:rPr sz="1200" spc="-80" dirty="0">
                <a:solidFill>
                  <a:srgbClr val="B65341"/>
                </a:solidFill>
                <a:latin typeface="Trebuchet MS"/>
                <a:cs typeface="Trebuchet MS"/>
              </a:rPr>
              <a:t>items.</a:t>
            </a:r>
            <a:r>
              <a:rPr sz="1200" spc="-4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B65341"/>
                </a:solidFill>
                <a:latin typeface="Trebuchet MS"/>
                <a:cs typeface="Trebuchet MS"/>
              </a:rPr>
              <a:t>With</a:t>
            </a:r>
            <a:endParaRPr sz="1200" dirty="0">
              <a:latin typeface="Trebuchet MS"/>
              <a:cs typeface="Trebuchet MS"/>
            </a:endParaRPr>
          </a:p>
          <a:p>
            <a:pPr marL="23495" marR="15875" algn="ctr">
              <a:lnSpc>
                <a:spcPts val="1430"/>
              </a:lnSpc>
              <a:spcBef>
                <a:spcPts val="45"/>
              </a:spcBef>
            </a:pPr>
            <a:r>
              <a:rPr sz="1200" spc="-50" dirty="0">
                <a:solidFill>
                  <a:srgbClr val="B65341"/>
                </a:solidFill>
                <a:latin typeface="Trebuchet MS"/>
                <a:cs typeface="Trebuchet MS"/>
              </a:rPr>
              <a:t>QuickBasket,</a:t>
            </a:r>
            <a:r>
              <a:rPr sz="1200" spc="-6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35" dirty="0">
                <a:solidFill>
                  <a:srgbClr val="B65341"/>
                </a:solidFill>
                <a:latin typeface="Trebuchet MS"/>
                <a:cs typeface="Trebuchet MS"/>
              </a:rPr>
              <a:t>you</a:t>
            </a:r>
            <a:r>
              <a:rPr sz="1200" spc="-6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B65341"/>
                </a:solidFill>
                <a:latin typeface="Trebuchet MS"/>
                <a:cs typeface="Trebuchet MS"/>
              </a:rPr>
              <a:t>can</a:t>
            </a:r>
            <a:r>
              <a:rPr sz="1200" spc="-6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B65341"/>
                </a:solidFill>
                <a:latin typeface="Trebuchet MS"/>
                <a:cs typeface="Trebuchet MS"/>
              </a:rPr>
              <a:t>easily</a:t>
            </a:r>
            <a:r>
              <a:rPr sz="1200" spc="-6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55" dirty="0">
                <a:solidFill>
                  <a:srgbClr val="B65341"/>
                </a:solidFill>
                <a:latin typeface="Trebuchet MS"/>
                <a:cs typeface="Trebuchet MS"/>
              </a:rPr>
              <a:t>find</a:t>
            </a:r>
            <a:r>
              <a:rPr sz="1200" spc="-6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70" dirty="0">
                <a:solidFill>
                  <a:srgbClr val="B65341"/>
                </a:solidFill>
                <a:latin typeface="Trebuchet MS"/>
                <a:cs typeface="Trebuchet MS"/>
              </a:rPr>
              <a:t>all</a:t>
            </a:r>
            <a:r>
              <a:rPr sz="1200" spc="-6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your</a:t>
            </a:r>
            <a:r>
              <a:rPr sz="1200" spc="-6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35" dirty="0">
                <a:solidFill>
                  <a:srgbClr val="B65341"/>
                </a:solidFill>
                <a:latin typeface="Trebuchet MS"/>
                <a:cs typeface="Trebuchet MS"/>
              </a:rPr>
              <a:t>favorite </a:t>
            </a:r>
            <a:r>
              <a:rPr sz="1200" dirty="0">
                <a:solidFill>
                  <a:srgbClr val="B65341"/>
                </a:solidFill>
                <a:latin typeface="Trebuchet MS"/>
                <a:cs typeface="Trebuchet MS"/>
              </a:rPr>
              <a:t>brands</a:t>
            </a:r>
            <a:r>
              <a:rPr sz="1200" spc="-8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B65341"/>
                </a:solidFill>
                <a:latin typeface="Trebuchet MS"/>
                <a:cs typeface="Trebuchet MS"/>
              </a:rPr>
              <a:t>and</a:t>
            </a:r>
            <a:r>
              <a:rPr sz="1200" spc="-8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B65341"/>
                </a:solidFill>
                <a:latin typeface="Trebuchet MS"/>
                <a:cs typeface="Trebuchet MS"/>
              </a:rPr>
              <a:t>discover</a:t>
            </a:r>
            <a:r>
              <a:rPr sz="1200" spc="-7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35" dirty="0">
                <a:solidFill>
                  <a:srgbClr val="B65341"/>
                </a:solidFill>
                <a:latin typeface="Trebuchet MS"/>
                <a:cs typeface="Trebuchet MS"/>
              </a:rPr>
              <a:t>new</a:t>
            </a:r>
            <a:r>
              <a:rPr sz="1200" spc="-8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B65341"/>
                </a:solidFill>
                <a:latin typeface="Trebuchet MS"/>
                <a:cs typeface="Trebuchet MS"/>
              </a:rPr>
              <a:t>ones</a:t>
            </a:r>
            <a:r>
              <a:rPr sz="1200" spc="-7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B65341"/>
                </a:solidFill>
                <a:latin typeface="Trebuchet MS"/>
                <a:cs typeface="Trebuchet MS"/>
              </a:rPr>
              <a:t>too!</a:t>
            </a:r>
            <a:endParaRPr sz="12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6510" y="136525"/>
            <a:ext cx="6967855" cy="3911600"/>
            <a:chOff x="0" y="3571"/>
            <a:chExt cx="6967855" cy="3911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571"/>
              <a:ext cx="6962774" cy="391120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581"/>
              <a:ext cx="6967855" cy="3911600"/>
            </a:xfrm>
            <a:custGeom>
              <a:avLst/>
              <a:gdLst/>
              <a:ahLst/>
              <a:cxnLst/>
              <a:rect l="l" t="t" r="r" b="b"/>
              <a:pathLst>
                <a:path w="6967855" h="3911600">
                  <a:moveTo>
                    <a:pt x="133350" y="0"/>
                  </a:moveTo>
                  <a:lnTo>
                    <a:pt x="0" y="0"/>
                  </a:lnTo>
                  <a:lnTo>
                    <a:pt x="0" y="1084364"/>
                  </a:lnTo>
                  <a:lnTo>
                    <a:pt x="133350" y="1084364"/>
                  </a:lnTo>
                  <a:lnTo>
                    <a:pt x="133350" y="0"/>
                  </a:lnTo>
                  <a:close/>
                </a:path>
                <a:path w="6967855" h="3911600">
                  <a:moveTo>
                    <a:pt x="6967677" y="3779151"/>
                  </a:moveTo>
                  <a:lnTo>
                    <a:pt x="0" y="3779151"/>
                  </a:lnTo>
                  <a:lnTo>
                    <a:pt x="0" y="3911193"/>
                  </a:lnTo>
                  <a:lnTo>
                    <a:pt x="6967677" y="3911193"/>
                  </a:lnTo>
                  <a:lnTo>
                    <a:pt x="6967677" y="3779151"/>
                  </a:lnTo>
                  <a:close/>
                </a:path>
                <a:path w="6967855" h="3911600">
                  <a:moveTo>
                    <a:pt x="6967677" y="0"/>
                  </a:moveTo>
                  <a:lnTo>
                    <a:pt x="6837273" y="0"/>
                  </a:lnTo>
                  <a:lnTo>
                    <a:pt x="6837273" y="538010"/>
                  </a:lnTo>
                  <a:lnTo>
                    <a:pt x="6967677" y="538010"/>
                  </a:lnTo>
                  <a:lnTo>
                    <a:pt x="6967677" y="0"/>
                  </a:lnTo>
                  <a:close/>
                </a:path>
              </a:pathLst>
            </a:custGeom>
            <a:solidFill>
              <a:srgbClr val="DA7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9550" y="358981"/>
            <a:ext cx="3465195" cy="52963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97790" rIns="0" bIns="0" rtlCol="0">
            <a:spAutoFit/>
          </a:bodyPr>
          <a:lstStyle/>
          <a:p>
            <a:pPr marL="163195">
              <a:lnSpc>
                <a:spcPct val="100000"/>
              </a:lnSpc>
              <a:spcBef>
                <a:spcPts val="770"/>
              </a:spcBef>
            </a:pPr>
            <a:r>
              <a:rPr sz="1400" spc="135" dirty="0"/>
              <a:t>PERSONALIZED</a:t>
            </a:r>
            <a:r>
              <a:rPr sz="1400" spc="40" dirty="0"/>
              <a:t> </a:t>
            </a:r>
            <a:r>
              <a:rPr sz="1400" spc="130" dirty="0"/>
              <a:t>RECOMMENDATIONS</a:t>
            </a:r>
            <a:endParaRPr sz="1400" dirty="0"/>
          </a:p>
        </p:txBody>
      </p:sp>
      <p:sp>
        <p:nvSpPr>
          <p:cNvPr id="7" name="object 7"/>
          <p:cNvSpPr/>
          <p:nvPr/>
        </p:nvSpPr>
        <p:spPr>
          <a:xfrm>
            <a:off x="209550" y="876196"/>
            <a:ext cx="3465195" cy="1941830"/>
          </a:xfrm>
          <a:custGeom>
            <a:avLst/>
            <a:gdLst/>
            <a:ahLst/>
            <a:cxnLst/>
            <a:rect l="l" t="t" r="r" b="b"/>
            <a:pathLst>
              <a:path w="3465195" h="1941830">
                <a:moveTo>
                  <a:pt x="3464718" y="1941760"/>
                </a:moveTo>
                <a:lnTo>
                  <a:pt x="0" y="1941760"/>
                </a:lnTo>
                <a:lnTo>
                  <a:pt x="0" y="0"/>
                </a:lnTo>
                <a:lnTo>
                  <a:pt x="3464718" y="0"/>
                </a:lnTo>
                <a:lnTo>
                  <a:pt x="3464718" y="19417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85750" y="974725"/>
            <a:ext cx="3465195" cy="1426031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212090" marR="278765" algn="ctr">
              <a:lnSpc>
                <a:spcPct val="101600"/>
              </a:lnSpc>
              <a:spcBef>
                <a:spcPts val="975"/>
              </a:spcBef>
            </a:pPr>
            <a:r>
              <a:rPr sz="1200" spc="-40" dirty="0">
                <a:solidFill>
                  <a:srgbClr val="B65341"/>
                </a:solidFill>
                <a:latin typeface="Trebuchet MS"/>
                <a:cs typeface="Trebuchet MS"/>
              </a:rPr>
              <a:t>QuickBasket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B65341"/>
                </a:solidFill>
                <a:latin typeface="Trebuchet MS"/>
                <a:cs typeface="Trebuchet MS"/>
              </a:rPr>
              <a:t>goes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B65341"/>
                </a:solidFill>
                <a:latin typeface="Trebuchet MS"/>
                <a:cs typeface="Trebuchet MS"/>
              </a:rPr>
              <a:t>beyond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85" dirty="0">
                <a:solidFill>
                  <a:srgbClr val="B65341"/>
                </a:solidFill>
                <a:latin typeface="Trebuchet MS"/>
                <a:cs typeface="Trebuchet MS"/>
              </a:rPr>
              <a:t>just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B65341"/>
                </a:solidFill>
                <a:latin typeface="Trebuchet MS"/>
                <a:cs typeface="Trebuchet MS"/>
              </a:rPr>
              <a:t>being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B65341"/>
                </a:solidFill>
                <a:latin typeface="Trebuchet MS"/>
                <a:cs typeface="Trebuchet MS"/>
              </a:rPr>
              <a:t>a</a:t>
            </a:r>
            <a:r>
              <a:rPr sz="1200" spc="-4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B65341"/>
                </a:solidFill>
                <a:latin typeface="Trebuchet MS"/>
                <a:cs typeface="Trebuchet MS"/>
              </a:rPr>
              <a:t>grocery </a:t>
            </a:r>
            <a:r>
              <a:rPr sz="1200" spc="-75" dirty="0">
                <a:solidFill>
                  <a:srgbClr val="B65341"/>
                </a:solidFill>
                <a:latin typeface="Trebuchet MS"/>
                <a:cs typeface="Trebuchet MS"/>
              </a:rPr>
              <a:t>store.</a:t>
            </a:r>
            <a:r>
              <a:rPr sz="1200" spc="-5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30" dirty="0">
                <a:solidFill>
                  <a:srgbClr val="B65341"/>
                </a:solidFill>
                <a:latin typeface="Trebuchet MS"/>
                <a:cs typeface="Trebuchet MS"/>
              </a:rPr>
              <a:t>Our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B65341"/>
                </a:solidFill>
                <a:latin typeface="Trebuchet MS"/>
                <a:cs typeface="Trebuchet MS"/>
              </a:rPr>
              <a:t>advanced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40" dirty="0">
                <a:solidFill>
                  <a:srgbClr val="B65341"/>
                </a:solidFill>
                <a:latin typeface="Trebuchet MS"/>
                <a:cs typeface="Trebuchet MS"/>
              </a:rPr>
              <a:t>algorithms</a:t>
            </a:r>
            <a:r>
              <a:rPr sz="1200" spc="-5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40" dirty="0">
                <a:solidFill>
                  <a:srgbClr val="B65341"/>
                </a:solidFill>
                <a:latin typeface="Trebuchet MS"/>
                <a:cs typeface="Trebuchet MS"/>
              </a:rPr>
              <a:t>analyze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B65341"/>
                </a:solidFill>
                <a:latin typeface="Trebuchet MS"/>
                <a:cs typeface="Trebuchet MS"/>
              </a:rPr>
              <a:t>your </a:t>
            </a:r>
            <a:r>
              <a:rPr sz="1200" dirty="0">
                <a:solidFill>
                  <a:srgbClr val="B65341"/>
                </a:solidFill>
                <a:latin typeface="Trebuchet MS"/>
                <a:cs typeface="Trebuchet MS"/>
              </a:rPr>
              <a:t>shopping</a:t>
            </a:r>
            <a:r>
              <a:rPr sz="1200" spc="-5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B65341"/>
                </a:solidFill>
                <a:latin typeface="Trebuchet MS"/>
                <a:cs typeface="Trebuchet MS"/>
              </a:rPr>
              <a:t>habits</a:t>
            </a:r>
            <a:r>
              <a:rPr sz="1200" spc="-5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B65341"/>
                </a:solidFill>
                <a:latin typeface="Trebuchet MS"/>
                <a:cs typeface="Trebuchet MS"/>
              </a:rPr>
              <a:t>and</a:t>
            </a:r>
            <a:r>
              <a:rPr sz="1200" spc="-5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40" dirty="0">
                <a:solidFill>
                  <a:srgbClr val="B65341"/>
                </a:solidFill>
                <a:latin typeface="Trebuchet MS"/>
                <a:cs typeface="Trebuchet MS"/>
              </a:rPr>
              <a:t>preferences</a:t>
            </a:r>
            <a:r>
              <a:rPr sz="1200" spc="-5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95" dirty="0">
                <a:solidFill>
                  <a:srgbClr val="B65341"/>
                </a:solidFill>
                <a:latin typeface="Trebuchet MS"/>
                <a:cs typeface="Trebuchet MS"/>
              </a:rPr>
              <a:t>to</a:t>
            </a:r>
            <a:r>
              <a:rPr sz="1200" spc="-5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B65341"/>
                </a:solidFill>
                <a:latin typeface="Trebuchet MS"/>
                <a:cs typeface="Trebuchet MS"/>
              </a:rPr>
              <a:t>provid</a:t>
            </a:r>
            <a:r>
              <a:rPr lang="en-US" sz="1200" spc="-10" dirty="0">
                <a:solidFill>
                  <a:srgbClr val="B65341"/>
                </a:solidFill>
                <a:latin typeface="Trebuchet MS"/>
                <a:cs typeface="Trebuchet MS"/>
              </a:rPr>
              <a:t>e</a:t>
            </a:r>
            <a:r>
              <a:rPr sz="1200" spc="-25" dirty="0">
                <a:solidFill>
                  <a:srgbClr val="B65341"/>
                </a:solidFill>
                <a:latin typeface="Trebuchet MS"/>
                <a:cs typeface="Trebuchet MS"/>
              </a:rPr>
              <a:t>.</a:t>
            </a:r>
            <a:r>
              <a:rPr sz="1200" spc="3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30" dirty="0">
                <a:solidFill>
                  <a:srgbClr val="B65341"/>
                </a:solidFill>
                <a:latin typeface="Trebuchet MS"/>
                <a:cs typeface="Trebuchet MS"/>
              </a:rPr>
              <a:t>Discover</a:t>
            </a:r>
            <a:r>
              <a:rPr sz="1200" spc="-9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B65341"/>
                </a:solidFill>
                <a:latin typeface="Trebuchet MS"/>
                <a:cs typeface="Trebuchet MS"/>
              </a:rPr>
              <a:t>new </a:t>
            </a:r>
            <a:r>
              <a:rPr sz="1200" spc="-35" dirty="0">
                <a:solidFill>
                  <a:srgbClr val="B65341"/>
                </a:solidFill>
                <a:latin typeface="Trebuchet MS"/>
                <a:cs typeface="Trebuchet MS"/>
              </a:rPr>
              <a:t>products</a:t>
            </a:r>
            <a:r>
              <a:rPr sz="1200" spc="-6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75" dirty="0">
                <a:solidFill>
                  <a:srgbClr val="B65341"/>
                </a:solidFill>
                <a:latin typeface="Trebuchet MS"/>
                <a:cs typeface="Trebuchet MS"/>
              </a:rPr>
              <a:t>that</a:t>
            </a:r>
            <a:r>
              <a:rPr sz="1200" spc="-6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55" dirty="0">
                <a:solidFill>
                  <a:srgbClr val="B65341"/>
                </a:solidFill>
                <a:latin typeface="Trebuchet MS"/>
                <a:cs typeface="Trebuchet MS"/>
              </a:rPr>
              <a:t>match</a:t>
            </a:r>
            <a:r>
              <a:rPr sz="1200" spc="-6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your</a:t>
            </a:r>
            <a:r>
              <a:rPr sz="1200" spc="-6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55" dirty="0">
                <a:solidFill>
                  <a:srgbClr val="B65341"/>
                </a:solidFill>
                <a:latin typeface="Trebuchet MS"/>
                <a:cs typeface="Trebuchet MS"/>
              </a:rPr>
              <a:t>taste</a:t>
            </a:r>
            <a:r>
              <a:rPr sz="1200" spc="-6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B65341"/>
                </a:solidFill>
                <a:latin typeface="Trebuchet MS"/>
                <a:cs typeface="Trebuchet MS"/>
              </a:rPr>
              <a:t>and</a:t>
            </a:r>
            <a:r>
              <a:rPr sz="1200" spc="-6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B65341"/>
                </a:solidFill>
                <a:latin typeface="Trebuchet MS"/>
                <a:cs typeface="Trebuchet MS"/>
              </a:rPr>
              <a:t>receive</a:t>
            </a:r>
            <a:r>
              <a:rPr lang="en-US" sz="1200" spc="-1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55" dirty="0">
                <a:solidFill>
                  <a:srgbClr val="B65341"/>
                </a:solidFill>
                <a:latin typeface="Trebuchet MS"/>
                <a:cs typeface="Trebuchet MS"/>
              </a:rPr>
              <a:t>tailored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55" dirty="0">
                <a:solidFill>
                  <a:srgbClr val="B65341"/>
                </a:solidFill>
                <a:latin typeface="Trebuchet MS"/>
                <a:cs typeface="Trebuchet MS"/>
              </a:rPr>
              <a:t>offers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85" dirty="0">
                <a:solidFill>
                  <a:srgbClr val="B65341"/>
                </a:solidFill>
                <a:latin typeface="Trebuchet MS"/>
                <a:cs typeface="Trebuchet MS"/>
              </a:rPr>
              <a:t>just</a:t>
            </a:r>
            <a:r>
              <a:rPr sz="1200" spc="-4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75" dirty="0">
                <a:solidFill>
                  <a:srgbClr val="B65341"/>
                </a:solidFill>
                <a:latin typeface="Trebuchet MS"/>
                <a:cs typeface="Trebuchet MS"/>
              </a:rPr>
              <a:t>for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80" dirty="0">
                <a:solidFill>
                  <a:srgbClr val="B65341"/>
                </a:solidFill>
                <a:latin typeface="Trebuchet MS"/>
                <a:cs typeface="Trebuchet MS"/>
              </a:rPr>
              <a:t>you.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40" dirty="0">
                <a:solidFill>
                  <a:srgbClr val="B65341"/>
                </a:solidFill>
                <a:latin typeface="Trebuchet MS"/>
                <a:cs typeface="Trebuchet MS"/>
              </a:rPr>
              <a:t>QuickBasket </a:t>
            </a:r>
            <a:r>
              <a:rPr sz="1200" dirty="0">
                <a:solidFill>
                  <a:srgbClr val="B65341"/>
                </a:solidFill>
                <a:latin typeface="Trebuchet MS"/>
                <a:cs typeface="Trebuchet MS"/>
              </a:rPr>
              <a:t>is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B65341"/>
                </a:solidFill>
                <a:latin typeface="Trebuchet MS"/>
                <a:cs typeface="Trebuchet MS"/>
              </a:rPr>
              <a:t>your</a:t>
            </a:r>
            <a:endParaRPr sz="1200" dirty="0">
              <a:latin typeface="Trebuchet MS"/>
              <a:cs typeface="Trebuchet MS"/>
            </a:endParaRPr>
          </a:p>
          <a:p>
            <a:pPr marR="66040" algn="ctr">
              <a:lnSpc>
                <a:spcPts val="1435"/>
              </a:lnSpc>
            </a:pPr>
            <a:r>
              <a:rPr sz="1200" spc="-25" dirty="0">
                <a:solidFill>
                  <a:srgbClr val="B65341"/>
                </a:solidFill>
                <a:latin typeface="Trebuchet MS"/>
                <a:cs typeface="Trebuchet MS"/>
              </a:rPr>
              <a:t>personal</a:t>
            </a:r>
            <a:r>
              <a:rPr sz="1200" spc="-3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B65341"/>
                </a:solidFill>
                <a:latin typeface="Trebuchet MS"/>
                <a:cs typeface="Trebuchet MS"/>
              </a:rPr>
              <a:t>shopping</a:t>
            </a:r>
            <a:r>
              <a:rPr sz="1200" spc="-3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B65341"/>
                </a:solidFill>
                <a:latin typeface="Trebuchet MS"/>
                <a:cs typeface="Trebuchet MS"/>
              </a:rPr>
              <a:t>assistant!</a:t>
            </a:r>
            <a:endParaRPr sz="12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36525"/>
            <a:ext cx="6967855" cy="3911600"/>
            <a:chOff x="0" y="3571"/>
            <a:chExt cx="6967855" cy="3911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5692" y="380794"/>
              <a:ext cx="5878571" cy="353398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581"/>
              <a:ext cx="6967855" cy="3911600"/>
            </a:xfrm>
            <a:custGeom>
              <a:avLst/>
              <a:gdLst/>
              <a:ahLst/>
              <a:cxnLst/>
              <a:rect l="l" t="t" r="r" b="b"/>
              <a:pathLst>
                <a:path w="6967855" h="3911600">
                  <a:moveTo>
                    <a:pt x="133350" y="0"/>
                  </a:moveTo>
                  <a:lnTo>
                    <a:pt x="0" y="0"/>
                  </a:lnTo>
                  <a:lnTo>
                    <a:pt x="0" y="1084364"/>
                  </a:lnTo>
                  <a:lnTo>
                    <a:pt x="133350" y="1084364"/>
                  </a:lnTo>
                  <a:lnTo>
                    <a:pt x="133350" y="0"/>
                  </a:lnTo>
                  <a:close/>
                </a:path>
                <a:path w="6967855" h="3911600">
                  <a:moveTo>
                    <a:pt x="6967677" y="3779151"/>
                  </a:moveTo>
                  <a:lnTo>
                    <a:pt x="0" y="3779151"/>
                  </a:lnTo>
                  <a:lnTo>
                    <a:pt x="0" y="3911193"/>
                  </a:lnTo>
                  <a:lnTo>
                    <a:pt x="6967677" y="3911193"/>
                  </a:lnTo>
                  <a:lnTo>
                    <a:pt x="6967677" y="3779151"/>
                  </a:lnTo>
                  <a:close/>
                </a:path>
                <a:path w="6967855" h="3911600">
                  <a:moveTo>
                    <a:pt x="6967677" y="0"/>
                  </a:moveTo>
                  <a:lnTo>
                    <a:pt x="6837273" y="0"/>
                  </a:lnTo>
                  <a:lnTo>
                    <a:pt x="6837273" y="538010"/>
                  </a:lnTo>
                  <a:lnTo>
                    <a:pt x="6967677" y="538010"/>
                  </a:lnTo>
                  <a:lnTo>
                    <a:pt x="6967677" y="0"/>
                  </a:lnTo>
                  <a:close/>
                </a:path>
              </a:pathLst>
            </a:custGeom>
            <a:solidFill>
              <a:srgbClr val="DA7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4879" y="264619"/>
              <a:ext cx="3465195" cy="561975"/>
            </a:xfrm>
            <a:custGeom>
              <a:avLst/>
              <a:gdLst/>
              <a:ahLst/>
              <a:cxnLst/>
              <a:rect l="l" t="t" r="r" b="b"/>
              <a:pathLst>
                <a:path w="3465195" h="561975">
                  <a:moveTo>
                    <a:pt x="3464718" y="561528"/>
                  </a:moveTo>
                  <a:lnTo>
                    <a:pt x="0" y="561528"/>
                  </a:lnTo>
                  <a:lnTo>
                    <a:pt x="0" y="0"/>
                  </a:lnTo>
                  <a:lnTo>
                    <a:pt x="3464718" y="0"/>
                  </a:lnTo>
                  <a:lnTo>
                    <a:pt x="3464718" y="5615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3812" y="597605"/>
            <a:ext cx="315785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110" dirty="0"/>
              <a:t>SECURE</a:t>
            </a:r>
            <a:r>
              <a:rPr sz="1250" spc="60" dirty="0"/>
              <a:t> </a:t>
            </a:r>
            <a:r>
              <a:rPr sz="1250" spc="165" dirty="0"/>
              <a:t>AND</a:t>
            </a:r>
            <a:r>
              <a:rPr sz="1250" spc="60" dirty="0"/>
              <a:t> </a:t>
            </a:r>
            <a:r>
              <a:rPr sz="1250" spc="145" dirty="0"/>
              <a:t>CONVENIENT</a:t>
            </a:r>
            <a:r>
              <a:rPr sz="1250" spc="60" dirty="0"/>
              <a:t> </a:t>
            </a:r>
            <a:r>
              <a:rPr sz="1250" spc="85" dirty="0"/>
              <a:t>PAYMENT</a:t>
            </a:r>
            <a:endParaRPr sz="1250" dirty="0"/>
          </a:p>
        </p:txBody>
      </p:sp>
      <p:grpSp>
        <p:nvGrpSpPr>
          <p:cNvPr id="7" name="object 7"/>
          <p:cNvGrpSpPr/>
          <p:nvPr/>
        </p:nvGrpSpPr>
        <p:grpSpPr>
          <a:xfrm>
            <a:off x="251842" y="959548"/>
            <a:ext cx="3465195" cy="1941830"/>
            <a:chOff x="267475" y="930928"/>
            <a:chExt cx="3465195" cy="1941830"/>
          </a:xfrm>
        </p:grpSpPr>
        <p:sp>
          <p:nvSpPr>
            <p:cNvPr id="8" name="object 8"/>
            <p:cNvSpPr/>
            <p:nvPr/>
          </p:nvSpPr>
          <p:spPr>
            <a:xfrm>
              <a:off x="267475" y="930928"/>
              <a:ext cx="3465195" cy="1941830"/>
            </a:xfrm>
            <a:custGeom>
              <a:avLst/>
              <a:gdLst/>
              <a:ahLst/>
              <a:cxnLst/>
              <a:rect l="l" t="t" r="r" b="b"/>
              <a:pathLst>
                <a:path w="3465195" h="1941830">
                  <a:moveTo>
                    <a:pt x="3464718" y="1941760"/>
                  </a:moveTo>
                  <a:lnTo>
                    <a:pt x="0" y="1941760"/>
                  </a:lnTo>
                  <a:lnTo>
                    <a:pt x="0" y="0"/>
                  </a:lnTo>
                  <a:lnTo>
                    <a:pt x="3464718" y="0"/>
                  </a:lnTo>
                  <a:lnTo>
                    <a:pt x="3464718" y="19417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45175" y="1320720"/>
              <a:ext cx="432434" cy="82550"/>
            </a:xfrm>
            <a:custGeom>
              <a:avLst/>
              <a:gdLst/>
              <a:ahLst/>
              <a:cxnLst/>
              <a:rect l="l" t="t" r="r" b="b"/>
              <a:pathLst>
                <a:path w="432435" h="82550">
                  <a:moveTo>
                    <a:pt x="65931" y="66665"/>
                  </a:moveTo>
                  <a:lnTo>
                    <a:pt x="40368" y="66665"/>
                  </a:lnTo>
                  <a:lnTo>
                    <a:pt x="44060" y="65922"/>
                  </a:lnTo>
                  <a:lnTo>
                    <a:pt x="49386" y="62925"/>
                  </a:lnTo>
                  <a:lnTo>
                    <a:pt x="50609" y="60943"/>
                  </a:lnTo>
                  <a:lnTo>
                    <a:pt x="50724" y="54836"/>
                  </a:lnTo>
                  <a:lnTo>
                    <a:pt x="49658" y="52520"/>
                  </a:lnTo>
                  <a:lnTo>
                    <a:pt x="45422" y="49448"/>
                  </a:lnTo>
                  <a:lnTo>
                    <a:pt x="41161" y="48407"/>
                  </a:lnTo>
                  <a:lnTo>
                    <a:pt x="24340" y="46970"/>
                  </a:lnTo>
                  <a:lnTo>
                    <a:pt x="16709" y="44481"/>
                  </a:lnTo>
                  <a:lnTo>
                    <a:pt x="7023" y="36305"/>
                  </a:lnTo>
                  <a:lnTo>
                    <a:pt x="4717" y="31090"/>
                  </a:lnTo>
                  <a:lnTo>
                    <a:pt x="4607" y="16350"/>
                  </a:lnTo>
                  <a:lnTo>
                    <a:pt x="7333" y="10442"/>
                  </a:lnTo>
                  <a:lnTo>
                    <a:pt x="18258" y="2093"/>
                  </a:lnTo>
                  <a:lnTo>
                    <a:pt x="25516" y="0"/>
                  </a:lnTo>
                  <a:lnTo>
                    <a:pt x="34559" y="0"/>
                  </a:lnTo>
                  <a:lnTo>
                    <a:pt x="45312" y="1335"/>
                  </a:lnTo>
                  <a:lnTo>
                    <a:pt x="54384" y="5341"/>
                  </a:lnTo>
                  <a:lnTo>
                    <a:pt x="61774" y="12019"/>
                  </a:lnTo>
                  <a:lnTo>
                    <a:pt x="64034" y="15718"/>
                  </a:lnTo>
                  <a:lnTo>
                    <a:pt x="29183" y="15718"/>
                  </a:lnTo>
                  <a:lnTo>
                    <a:pt x="25826" y="16437"/>
                  </a:lnTo>
                  <a:lnTo>
                    <a:pt x="21689" y="19311"/>
                  </a:lnTo>
                  <a:lnTo>
                    <a:pt x="20661" y="21243"/>
                  </a:lnTo>
                  <a:lnTo>
                    <a:pt x="20661" y="25950"/>
                  </a:lnTo>
                  <a:lnTo>
                    <a:pt x="37718" y="32701"/>
                  </a:lnTo>
                  <a:lnTo>
                    <a:pt x="47404" y="33593"/>
                  </a:lnTo>
                  <a:lnTo>
                    <a:pt x="54774" y="36107"/>
                  </a:lnTo>
                  <a:lnTo>
                    <a:pt x="64882" y="44357"/>
                  </a:lnTo>
                  <a:lnTo>
                    <a:pt x="67409" y="49844"/>
                  </a:lnTo>
                  <a:lnTo>
                    <a:pt x="67392" y="62281"/>
                  </a:lnTo>
                  <a:lnTo>
                    <a:pt x="65931" y="66665"/>
                  </a:lnTo>
                  <a:close/>
                </a:path>
                <a:path w="432435" h="82550">
                  <a:moveTo>
                    <a:pt x="52433" y="28762"/>
                  </a:moveTo>
                  <a:lnTo>
                    <a:pt x="50129" y="23287"/>
                  </a:lnTo>
                  <a:lnTo>
                    <a:pt x="47590" y="19744"/>
                  </a:lnTo>
                  <a:lnTo>
                    <a:pt x="42065" y="16524"/>
                  </a:lnTo>
                  <a:lnTo>
                    <a:pt x="38399" y="15718"/>
                  </a:lnTo>
                  <a:lnTo>
                    <a:pt x="64034" y="15718"/>
                  </a:lnTo>
                  <a:lnTo>
                    <a:pt x="67483" y="21367"/>
                  </a:lnTo>
                  <a:lnTo>
                    <a:pt x="52433" y="28762"/>
                  </a:lnTo>
                  <a:close/>
                </a:path>
                <a:path w="432435" h="82550">
                  <a:moveTo>
                    <a:pt x="40083" y="82422"/>
                  </a:moveTo>
                  <a:lnTo>
                    <a:pt x="26953" y="82422"/>
                  </a:lnTo>
                  <a:lnTo>
                    <a:pt x="20351" y="80799"/>
                  </a:lnTo>
                  <a:lnTo>
                    <a:pt x="8856" y="74308"/>
                  </a:lnTo>
                  <a:lnTo>
                    <a:pt x="3988" y="68771"/>
                  </a:lnTo>
                  <a:lnTo>
                    <a:pt x="0" y="60943"/>
                  </a:lnTo>
                  <a:lnTo>
                    <a:pt x="15049" y="53511"/>
                  </a:lnTo>
                  <a:lnTo>
                    <a:pt x="19137" y="62281"/>
                  </a:lnTo>
                  <a:lnTo>
                    <a:pt x="26000" y="66665"/>
                  </a:lnTo>
                  <a:lnTo>
                    <a:pt x="65931" y="66665"/>
                  </a:lnTo>
                  <a:lnTo>
                    <a:pt x="65836" y="66950"/>
                  </a:lnTo>
                  <a:lnTo>
                    <a:pt x="59543" y="74754"/>
                  </a:lnTo>
                  <a:lnTo>
                    <a:pt x="55455" y="77653"/>
                  </a:lnTo>
                  <a:lnTo>
                    <a:pt x="45422" y="81468"/>
                  </a:lnTo>
                  <a:lnTo>
                    <a:pt x="40083" y="82422"/>
                  </a:lnTo>
                  <a:close/>
                </a:path>
                <a:path w="432435" h="82550">
                  <a:moveTo>
                    <a:pt x="119132" y="82422"/>
                  </a:moveTo>
                  <a:lnTo>
                    <a:pt x="103574" y="82422"/>
                  </a:lnTo>
                  <a:lnTo>
                    <a:pt x="96885" y="80638"/>
                  </a:lnTo>
                  <a:lnTo>
                    <a:pt x="85142" y="73503"/>
                  </a:lnTo>
                  <a:lnTo>
                    <a:pt x="80547" y="68585"/>
                  </a:lnTo>
                  <a:lnTo>
                    <a:pt x="73932" y="56050"/>
                  </a:lnTo>
                  <a:lnTo>
                    <a:pt x="72285" y="49014"/>
                  </a:lnTo>
                  <a:lnTo>
                    <a:pt x="72285" y="33382"/>
                  </a:lnTo>
                  <a:lnTo>
                    <a:pt x="96600" y="1783"/>
                  </a:lnTo>
                  <a:lnTo>
                    <a:pt x="103215" y="0"/>
                  </a:lnTo>
                  <a:lnTo>
                    <a:pt x="117584" y="0"/>
                  </a:lnTo>
                  <a:lnTo>
                    <a:pt x="123913" y="1721"/>
                  </a:lnTo>
                  <a:lnTo>
                    <a:pt x="135260" y="8584"/>
                  </a:lnTo>
                  <a:lnTo>
                    <a:pt x="139694" y="13253"/>
                  </a:lnTo>
                  <a:lnTo>
                    <a:pt x="141030" y="15718"/>
                  </a:lnTo>
                  <a:lnTo>
                    <a:pt x="104875" y="15718"/>
                  </a:lnTo>
                  <a:lnTo>
                    <a:pt x="100180" y="17552"/>
                  </a:lnTo>
                  <a:lnTo>
                    <a:pt x="92847" y="24885"/>
                  </a:lnTo>
                  <a:lnTo>
                    <a:pt x="90729" y="28365"/>
                  </a:lnTo>
                  <a:lnTo>
                    <a:pt x="90159" y="31660"/>
                  </a:lnTo>
                  <a:lnTo>
                    <a:pt x="147718" y="31660"/>
                  </a:lnTo>
                  <a:lnTo>
                    <a:pt x="147721" y="40938"/>
                  </a:lnTo>
                  <a:lnTo>
                    <a:pt x="147572" y="43465"/>
                  </a:lnTo>
                  <a:lnTo>
                    <a:pt x="147275" y="46487"/>
                  </a:lnTo>
                  <a:lnTo>
                    <a:pt x="89156" y="46487"/>
                  </a:lnTo>
                  <a:lnTo>
                    <a:pt x="89379" y="50872"/>
                  </a:lnTo>
                  <a:lnTo>
                    <a:pt x="91398" y="55332"/>
                  </a:lnTo>
                  <a:lnTo>
                    <a:pt x="99053" y="64399"/>
                  </a:lnTo>
                  <a:lnTo>
                    <a:pt x="104243" y="66665"/>
                  </a:lnTo>
                  <a:lnTo>
                    <a:pt x="144778" y="66665"/>
                  </a:lnTo>
                  <a:lnTo>
                    <a:pt x="143360" y="68907"/>
                  </a:lnTo>
                  <a:lnTo>
                    <a:pt x="138022" y="74283"/>
                  </a:lnTo>
                  <a:lnTo>
                    <a:pt x="126130" y="80799"/>
                  </a:lnTo>
                  <a:lnTo>
                    <a:pt x="119132" y="82422"/>
                  </a:lnTo>
                  <a:close/>
                </a:path>
                <a:path w="432435" h="82550">
                  <a:moveTo>
                    <a:pt x="147718" y="31660"/>
                  </a:moveTo>
                  <a:lnTo>
                    <a:pt x="130590" y="31660"/>
                  </a:lnTo>
                  <a:lnTo>
                    <a:pt x="129995" y="27350"/>
                  </a:lnTo>
                  <a:lnTo>
                    <a:pt x="128001" y="23621"/>
                  </a:lnTo>
                  <a:lnTo>
                    <a:pt x="124607" y="20475"/>
                  </a:lnTo>
                  <a:lnTo>
                    <a:pt x="121237" y="17304"/>
                  </a:lnTo>
                  <a:lnTo>
                    <a:pt x="116568" y="15718"/>
                  </a:lnTo>
                  <a:lnTo>
                    <a:pt x="141030" y="15718"/>
                  </a:lnTo>
                  <a:lnTo>
                    <a:pt x="146110" y="25095"/>
                  </a:lnTo>
                  <a:lnTo>
                    <a:pt x="147718" y="31660"/>
                  </a:lnTo>
                  <a:close/>
                </a:path>
                <a:path w="432435" h="82550">
                  <a:moveTo>
                    <a:pt x="144778" y="66665"/>
                  </a:moveTo>
                  <a:lnTo>
                    <a:pt x="116283" y="66665"/>
                  </a:lnTo>
                  <a:lnTo>
                    <a:pt x="120792" y="65662"/>
                  </a:lnTo>
                  <a:lnTo>
                    <a:pt x="127852" y="61624"/>
                  </a:lnTo>
                  <a:lnTo>
                    <a:pt x="131271" y="57871"/>
                  </a:lnTo>
                  <a:lnTo>
                    <a:pt x="134566" y="52396"/>
                  </a:lnTo>
                  <a:lnTo>
                    <a:pt x="148092" y="61426"/>
                  </a:lnTo>
                  <a:lnTo>
                    <a:pt x="144778" y="66665"/>
                  </a:lnTo>
                  <a:close/>
                </a:path>
                <a:path w="432435" h="82550">
                  <a:moveTo>
                    <a:pt x="196806" y="82422"/>
                  </a:moveTo>
                  <a:lnTo>
                    <a:pt x="183130" y="82422"/>
                  </a:lnTo>
                  <a:lnTo>
                    <a:pt x="176442" y="80638"/>
                  </a:lnTo>
                  <a:lnTo>
                    <a:pt x="164699" y="73503"/>
                  </a:lnTo>
                  <a:lnTo>
                    <a:pt x="160103" y="68585"/>
                  </a:lnTo>
                  <a:lnTo>
                    <a:pt x="153489" y="56050"/>
                  </a:lnTo>
                  <a:lnTo>
                    <a:pt x="151841" y="49014"/>
                  </a:lnTo>
                  <a:lnTo>
                    <a:pt x="151841" y="33382"/>
                  </a:lnTo>
                  <a:lnTo>
                    <a:pt x="176293" y="1783"/>
                  </a:lnTo>
                  <a:lnTo>
                    <a:pt x="182920" y="0"/>
                  </a:lnTo>
                  <a:lnTo>
                    <a:pt x="196669" y="0"/>
                  </a:lnTo>
                  <a:lnTo>
                    <a:pt x="202219" y="1362"/>
                  </a:lnTo>
                  <a:lnTo>
                    <a:pt x="211682" y="6812"/>
                  </a:lnTo>
                  <a:lnTo>
                    <a:pt x="216587" y="11457"/>
                  </a:lnTo>
                  <a:lnTo>
                    <a:pt x="219884" y="15718"/>
                  </a:lnTo>
                  <a:lnTo>
                    <a:pt x="186165" y="15718"/>
                  </a:lnTo>
                  <a:lnTo>
                    <a:pt x="182449" y="16784"/>
                  </a:lnTo>
                  <a:lnTo>
                    <a:pt x="175859" y="21020"/>
                  </a:lnTo>
                  <a:lnTo>
                    <a:pt x="173258" y="24018"/>
                  </a:lnTo>
                  <a:lnTo>
                    <a:pt x="169468" y="31772"/>
                  </a:lnTo>
                  <a:lnTo>
                    <a:pt x="168526" y="36206"/>
                  </a:lnTo>
                  <a:lnTo>
                    <a:pt x="168526" y="46190"/>
                  </a:lnTo>
                  <a:lnTo>
                    <a:pt x="186165" y="66665"/>
                  </a:lnTo>
                  <a:lnTo>
                    <a:pt x="222061" y="66665"/>
                  </a:lnTo>
                  <a:lnTo>
                    <a:pt x="218458" y="71174"/>
                  </a:lnTo>
                  <a:lnTo>
                    <a:pt x="213268" y="75671"/>
                  </a:lnTo>
                  <a:lnTo>
                    <a:pt x="202566" y="81071"/>
                  </a:lnTo>
                  <a:lnTo>
                    <a:pt x="196806" y="82422"/>
                  </a:lnTo>
                  <a:close/>
                </a:path>
                <a:path w="432435" h="82550">
                  <a:moveTo>
                    <a:pt x="208957" y="27907"/>
                  </a:moveTo>
                  <a:lnTo>
                    <a:pt x="203333" y="19781"/>
                  </a:lnTo>
                  <a:lnTo>
                    <a:pt x="197115" y="15718"/>
                  </a:lnTo>
                  <a:lnTo>
                    <a:pt x="219884" y="15718"/>
                  </a:lnTo>
                  <a:lnTo>
                    <a:pt x="221666" y="18022"/>
                  </a:lnTo>
                  <a:lnTo>
                    <a:pt x="208957" y="27907"/>
                  </a:lnTo>
                  <a:close/>
                </a:path>
                <a:path w="432435" h="82550">
                  <a:moveTo>
                    <a:pt x="222061" y="66665"/>
                  </a:moveTo>
                  <a:lnTo>
                    <a:pt x="194663" y="66665"/>
                  </a:lnTo>
                  <a:lnTo>
                    <a:pt x="198193" y="65947"/>
                  </a:lnTo>
                  <a:lnTo>
                    <a:pt x="203618" y="63049"/>
                  </a:lnTo>
                  <a:lnTo>
                    <a:pt x="206728" y="60076"/>
                  </a:lnTo>
                  <a:lnTo>
                    <a:pt x="210221" y="55592"/>
                  </a:lnTo>
                  <a:lnTo>
                    <a:pt x="223487" y="64882"/>
                  </a:lnTo>
                  <a:lnTo>
                    <a:pt x="222061" y="66665"/>
                  </a:lnTo>
                  <a:close/>
                </a:path>
                <a:path w="432435" h="82550">
                  <a:moveTo>
                    <a:pt x="266758" y="82422"/>
                  </a:moveTo>
                  <a:lnTo>
                    <a:pt x="255436" y="82422"/>
                  </a:lnTo>
                  <a:lnTo>
                    <a:pt x="250357" y="81294"/>
                  </a:lnTo>
                  <a:lnTo>
                    <a:pt x="240944" y="76761"/>
                  </a:lnTo>
                  <a:lnTo>
                    <a:pt x="237190" y="73379"/>
                  </a:lnTo>
                  <a:lnTo>
                    <a:pt x="231591" y="64411"/>
                  </a:lnTo>
                  <a:lnTo>
                    <a:pt x="230191" y="59184"/>
                  </a:lnTo>
                  <a:lnTo>
                    <a:pt x="230191" y="2415"/>
                  </a:lnTo>
                  <a:lnTo>
                    <a:pt x="246839" y="2415"/>
                  </a:lnTo>
                  <a:lnTo>
                    <a:pt x="246839" y="60658"/>
                  </a:lnTo>
                  <a:lnTo>
                    <a:pt x="252079" y="66665"/>
                  </a:lnTo>
                  <a:lnTo>
                    <a:pt x="298009" y="66665"/>
                  </a:lnTo>
                  <a:lnTo>
                    <a:pt x="298009" y="72685"/>
                  </a:lnTo>
                  <a:lnTo>
                    <a:pt x="282551" y="72685"/>
                  </a:lnTo>
                  <a:lnTo>
                    <a:pt x="282293" y="74217"/>
                  </a:lnTo>
                  <a:lnTo>
                    <a:pt x="280965" y="75423"/>
                  </a:lnTo>
                  <a:lnTo>
                    <a:pt x="271948" y="81022"/>
                  </a:lnTo>
                  <a:lnTo>
                    <a:pt x="266758" y="82422"/>
                  </a:lnTo>
                  <a:close/>
                </a:path>
                <a:path w="432435" h="82550">
                  <a:moveTo>
                    <a:pt x="298009" y="66665"/>
                  </a:moveTo>
                  <a:lnTo>
                    <a:pt x="268777" y="66665"/>
                  </a:lnTo>
                  <a:lnTo>
                    <a:pt x="273459" y="64436"/>
                  </a:lnTo>
                  <a:lnTo>
                    <a:pt x="279751" y="55517"/>
                  </a:lnTo>
                  <a:lnTo>
                    <a:pt x="281324" y="49262"/>
                  </a:lnTo>
                  <a:lnTo>
                    <a:pt x="281324" y="2415"/>
                  </a:lnTo>
                  <a:lnTo>
                    <a:pt x="298009" y="2415"/>
                  </a:lnTo>
                  <a:lnTo>
                    <a:pt x="298009" y="66665"/>
                  </a:lnTo>
                  <a:close/>
                </a:path>
                <a:path w="432435" h="82550">
                  <a:moveTo>
                    <a:pt x="282293" y="74217"/>
                  </a:moveTo>
                  <a:lnTo>
                    <a:pt x="282551" y="72685"/>
                  </a:lnTo>
                  <a:lnTo>
                    <a:pt x="282997" y="73577"/>
                  </a:lnTo>
                  <a:lnTo>
                    <a:pt x="282293" y="74217"/>
                  </a:lnTo>
                  <a:close/>
                </a:path>
                <a:path w="432435" h="82550">
                  <a:moveTo>
                    <a:pt x="298009" y="79969"/>
                  </a:moveTo>
                  <a:lnTo>
                    <a:pt x="281324" y="79969"/>
                  </a:lnTo>
                  <a:lnTo>
                    <a:pt x="282293" y="74217"/>
                  </a:lnTo>
                  <a:lnTo>
                    <a:pt x="282997" y="73577"/>
                  </a:lnTo>
                  <a:lnTo>
                    <a:pt x="282551" y="72685"/>
                  </a:lnTo>
                  <a:lnTo>
                    <a:pt x="298009" y="72685"/>
                  </a:lnTo>
                  <a:lnTo>
                    <a:pt x="298009" y="79969"/>
                  </a:lnTo>
                  <a:close/>
                </a:path>
                <a:path w="432435" h="82550">
                  <a:moveTo>
                    <a:pt x="359139" y="10962"/>
                  </a:moveTo>
                  <a:lnTo>
                    <a:pt x="326475" y="10962"/>
                  </a:lnTo>
                  <a:lnTo>
                    <a:pt x="326618" y="9737"/>
                  </a:lnTo>
                  <a:lnTo>
                    <a:pt x="328295" y="8175"/>
                  </a:lnTo>
                  <a:lnTo>
                    <a:pt x="337685" y="1635"/>
                  </a:lnTo>
                  <a:lnTo>
                    <a:pt x="343011" y="0"/>
                  </a:lnTo>
                  <a:lnTo>
                    <a:pt x="351707" y="0"/>
                  </a:lnTo>
                  <a:lnTo>
                    <a:pt x="355101" y="619"/>
                  </a:lnTo>
                  <a:lnTo>
                    <a:pt x="359139" y="1858"/>
                  </a:lnTo>
                  <a:lnTo>
                    <a:pt x="359139" y="10962"/>
                  </a:lnTo>
                  <a:close/>
                </a:path>
                <a:path w="432435" h="82550">
                  <a:moveTo>
                    <a:pt x="403259" y="82422"/>
                  </a:moveTo>
                  <a:lnTo>
                    <a:pt x="387701" y="82422"/>
                  </a:lnTo>
                  <a:lnTo>
                    <a:pt x="381012" y="80638"/>
                  </a:lnTo>
                  <a:lnTo>
                    <a:pt x="369269" y="73503"/>
                  </a:lnTo>
                  <a:lnTo>
                    <a:pt x="364674" y="68585"/>
                  </a:lnTo>
                  <a:lnTo>
                    <a:pt x="358059" y="56050"/>
                  </a:lnTo>
                  <a:lnTo>
                    <a:pt x="356412" y="49014"/>
                  </a:lnTo>
                  <a:lnTo>
                    <a:pt x="356412" y="33382"/>
                  </a:lnTo>
                  <a:lnTo>
                    <a:pt x="380727" y="1783"/>
                  </a:lnTo>
                  <a:lnTo>
                    <a:pt x="387342" y="0"/>
                  </a:lnTo>
                  <a:lnTo>
                    <a:pt x="401710" y="0"/>
                  </a:lnTo>
                  <a:lnTo>
                    <a:pt x="408040" y="1721"/>
                  </a:lnTo>
                  <a:lnTo>
                    <a:pt x="419386" y="8584"/>
                  </a:lnTo>
                  <a:lnTo>
                    <a:pt x="423821" y="13253"/>
                  </a:lnTo>
                  <a:lnTo>
                    <a:pt x="425156" y="15718"/>
                  </a:lnTo>
                  <a:lnTo>
                    <a:pt x="389002" y="15718"/>
                  </a:lnTo>
                  <a:lnTo>
                    <a:pt x="384307" y="17552"/>
                  </a:lnTo>
                  <a:lnTo>
                    <a:pt x="376974" y="24885"/>
                  </a:lnTo>
                  <a:lnTo>
                    <a:pt x="374856" y="28365"/>
                  </a:lnTo>
                  <a:lnTo>
                    <a:pt x="374286" y="31660"/>
                  </a:lnTo>
                  <a:lnTo>
                    <a:pt x="431845" y="31660"/>
                  </a:lnTo>
                  <a:lnTo>
                    <a:pt x="431848" y="40938"/>
                  </a:lnTo>
                  <a:lnTo>
                    <a:pt x="431699" y="43465"/>
                  </a:lnTo>
                  <a:lnTo>
                    <a:pt x="431402" y="46487"/>
                  </a:lnTo>
                  <a:lnTo>
                    <a:pt x="373283" y="46487"/>
                  </a:lnTo>
                  <a:lnTo>
                    <a:pt x="373505" y="50872"/>
                  </a:lnTo>
                  <a:lnTo>
                    <a:pt x="375525" y="55332"/>
                  </a:lnTo>
                  <a:lnTo>
                    <a:pt x="383180" y="64399"/>
                  </a:lnTo>
                  <a:lnTo>
                    <a:pt x="388370" y="66665"/>
                  </a:lnTo>
                  <a:lnTo>
                    <a:pt x="428905" y="66665"/>
                  </a:lnTo>
                  <a:lnTo>
                    <a:pt x="427487" y="68907"/>
                  </a:lnTo>
                  <a:lnTo>
                    <a:pt x="422149" y="74283"/>
                  </a:lnTo>
                  <a:lnTo>
                    <a:pt x="410257" y="80799"/>
                  </a:lnTo>
                  <a:lnTo>
                    <a:pt x="403259" y="82422"/>
                  </a:lnTo>
                  <a:close/>
                </a:path>
                <a:path w="432435" h="82550">
                  <a:moveTo>
                    <a:pt x="327478" y="79969"/>
                  </a:moveTo>
                  <a:lnTo>
                    <a:pt x="310793" y="79969"/>
                  </a:lnTo>
                  <a:lnTo>
                    <a:pt x="310793" y="2415"/>
                  </a:lnTo>
                  <a:lnTo>
                    <a:pt x="327478" y="2415"/>
                  </a:lnTo>
                  <a:lnTo>
                    <a:pt x="326618" y="9737"/>
                  </a:lnTo>
                  <a:lnTo>
                    <a:pt x="326128" y="10194"/>
                  </a:lnTo>
                  <a:lnTo>
                    <a:pt x="326475" y="10962"/>
                  </a:lnTo>
                  <a:lnTo>
                    <a:pt x="359139" y="10962"/>
                  </a:lnTo>
                  <a:lnTo>
                    <a:pt x="359139" y="15272"/>
                  </a:lnTo>
                  <a:lnTo>
                    <a:pt x="345216" y="15272"/>
                  </a:lnTo>
                  <a:lnTo>
                    <a:pt x="341723" y="16338"/>
                  </a:lnTo>
                  <a:lnTo>
                    <a:pt x="335232" y="20574"/>
                  </a:lnTo>
                  <a:lnTo>
                    <a:pt x="332581" y="23696"/>
                  </a:lnTo>
                  <a:lnTo>
                    <a:pt x="328494" y="31970"/>
                  </a:lnTo>
                  <a:lnTo>
                    <a:pt x="327478" y="36925"/>
                  </a:lnTo>
                  <a:lnTo>
                    <a:pt x="327478" y="79969"/>
                  </a:lnTo>
                  <a:close/>
                </a:path>
                <a:path w="432435" h="82550">
                  <a:moveTo>
                    <a:pt x="326475" y="10962"/>
                  </a:moveTo>
                  <a:lnTo>
                    <a:pt x="326128" y="10194"/>
                  </a:lnTo>
                  <a:lnTo>
                    <a:pt x="326618" y="9737"/>
                  </a:lnTo>
                  <a:lnTo>
                    <a:pt x="326475" y="10962"/>
                  </a:lnTo>
                  <a:close/>
                </a:path>
                <a:path w="432435" h="82550">
                  <a:moveTo>
                    <a:pt x="359139" y="18654"/>
                  </a:moveTo>
                  <a:lnTo>
                    <a:pt x="354432" y="16400"/>
                  </a:lnTo>
                  <a:lnTo>
                    <a:pt x="351038" y="15272"/>
                  </a:lnTo>
                  <a:lnTo>
                    <a:pt x="359139" y="15272"/>
                  </a:lnTo>
                  <a:lnTo>
                    <a:pt x="359139" y="18654"/>
                  </a:lnTo>
                  <a:close/>
                </a:path>
                <a:path w="432435" h="82550">
                  <a:moveTo>
                    <a:pt x="431845" y="31660"/>
                  </a:moveTo>
                  <a:lnTo>
                    <a:pt x="414717" y="31660"/>
                  </a:lnTo>
                  <a:lnTo>
                    <a:pt x="414122" y="27350"/>
                  </a:lnTo>
                  <a:lnTo>
                    <a:pt x="412128" y="23621"/>
                  </a:lnTo>
                  <a:lnTo>
                    <a:pt x="408734" y="20475"/>
                  </a:lnTo>
                  <a:lnTo>
                    <a:pt x="405364" y="17304"/>
                  </a:lnTo>
                  <a:lnTo>
                    <a:pt x="400695" y="15718"/>
                  </a:lnTo>
                  <a:lnTo>
                    <a:pt x="425156" y="15718"/>
                  </a:lnTo>
                  <a:lnTo>
                    <a:pt x="430237" y="25095"/>
                  </a:lnTo>
                  <a:lnTo>
                    <a:pt x="431845" y="31660"/>
                  </a:lnTo>
                  <a:close/>
                </a:path>
                <a:path w="432435" h="82550">
                  <a:moveTo>
                    <a:pt x="428905" y="66665"/>
                  </a:moveTo>
                  <a:lnTo>
                    <a:pt x="400410" y="66665"/>
                  </a:lnTo>
                  <a:lnTo>
                    <a:pt x="404918" y="65662"/>
                  </a:lnTo>
                  <a:lnTo>
                    <a:pt x="411979" y="61624"/>
                  </a:lnTo>
                  <a:lnTo>
                    <a:pt x="415398" y="57871"/>
                  </a:lnTo>
                  <a:lnTo>
                    <a:pt x="418693" y="52396"/>
                  </a:lnTo>
                  <a:lnTo>
                    <a:pt x="432219" y="61426"/>
                  </a:lnTo>
                  <a:lnTo>
                    <a:pt x="428905" y="66665"/>
                  </a:lnTo>
                  <a:close/>
                </a:path>
              </a:pathLst>
            </a:custGeom>
            <a:solidFill>
              <a:srgbClr val="B653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0351" y="1473825"/>
              <a:ext cx="1065690" cy="13827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35565" y="1045280"/>
            <a:ext cx="3054350" cy="149415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213360" marR="209550" indent="3810">
              <a:lnSpc>
                <a:spcPct val="104200"/>
              </a:lnSpc>
              <a:spcBef>
                <a:spcPts val="35"/>
              </a:spcBef>
            </a:pPr>
            <a:r>
              <a:rPr sz="1200" spc="-40" dirty="0">
                <a:solidFill>
                  <a:srgbClr val="B65341"/>
                </a:solidFill>
                <a:latin typeface="Trebuchet MS"/>
                <a:cs typeface="Trebuchet MS"/>
              </a:rPr>
              <a:t>QuickBasket</a:t>
            </a:r>
            <a:r>
              <a:rPr sz="1200" spc="-3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prioritizes</a:t>
            </a:r>
            <a:r>
              <a:rPr sz="1200" spc="-2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your</a:t>
            </a:r>
            <a:r>
              <a:rPr sz="1200" spc="-3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security</a:t>
            </a:r>
            <a:r>
              <a:rPr sz="1200" spc="-25" dirty="0">
                <a:solidFill>
                  <a:srgbClr val="B65341"/>
                </a:solidFill>
                <a:latin typeface="Trebuchet MS"/>
                <a:cs typeface="Trebuchet MS"/>
              </a:rPr>
              <a:t> and </a:t>
            </a:r>
            <a:r>
              <a:rPr sz="1200" spc="-50" dirty="0">
                <a:solidFill>
                  <a:srgbClr val="B65341"/>
                </a:solidFill>
                <a:latin typeface="Trebuchet MS"/>
                <a:cs typeface="Trebuchet MS"/>
              </a:rPr>
              <a:t>convenience. We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75" dirty="0">
                <a:solidFill>
                  <a:srgbClr val="B65341"/>
                </a:solidFill>
                <a:latin typeface="Trebuchet MS"/>
                <a:cs typeface="Trebuchet MS"/>
              </a:rPr>
              <a:t>offer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B65341"/>
                </a:solidFill>
                <a:latin typeface="Trebuchet MS"/>
                <a:cs typeface="Trebuchet MS"/>
              </a:rPr>
              <a:t>a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60" dirty="0">
                <a:solidFill>
                  <a:srgbClr val="B65341"/>
                </a:solidFill>
                <a:latin typeface="Trebuchet MS"/>
                <a:cs typeface="Trebuchet MS"/>
              </a:rPr>
              <a:t>variety</a:t>
            </a:r>
            <a:r>
              <a:rPr sz="1200" spc="-5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B65341"/>
                </a:solidFill>
                <a:latin typeface="Trebuchet MS"/>
                <a:cs typeface="Trebuchet MS"/>
              </a:rPr>
              <a:t>of</a:t>
            </a:r>
            <a:endParaRPr sz="1200">
              <a:latin typeface="Trebuchet MS"/>
              <a:cs typeface="Trebuchet MS"/>
            </a:endParaRPr>
          </a:p>
          <a:p>
            <a:pPr marL="12700" marR="5080" indent="1330960">
              <a:lnSpc>
                <a:spcPts val="1430"/>
              </a:lnSpc>
              <a:spcBef>
                <a:spcPts val="45"/>
              </a:spcBef>
            </a:pPr>
            <a:r>
              <a:rPr sz="1200" spc="-95" dirty="0">
                <a:solidFill>
                  <a:srgbClr val="B65341"/>
                </a:solidFill>
                <a:latin typeface="Trebuchet MS"/>
                <a:cs typeface="Trebuchet MS"/>
              </a:rPr>
              <a:t>to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B65341"/>
                </a:solidFill>
                <a:latin typeface="Trebuchet MS"/>
                <a:cs typeface="Trebuchet MS"/>
              </a:rPr>
              <a:t>ensure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B65341"/>
                </a:solidFill>
                <a:latin typeface="Trebuchet MS"/>
                <a:cs typeface="Trebuchet MS"/>
              </a:rPr>
              <a:t>a</a:t>
            </a:r>
            <a:r>
              <a:rPr sz="1200" spc="-4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B65341"/>
                </a:solidFill>
                <a:latin typeface="Trebuchet MS"/>
                <a:cs typeface="Trebuchet MS"/>
              </a:rPr>
              <a:t>hassle-</a:t>
            </a:r>
            <a:r>
              <a:rPr sz="1200" spc="-20" dirty="0">
                <a:solidFill>
                  <a:srgbClr val="B65341"/>
                </a:solidFill>
                <a:latin typeface="Trebuchet MS"/>
                <a:cs typeface="Trebuchet MS"/>
              </a:rPr>
              <a:t>free </a:t>
            </a:r>
            <a:r>
              <a:rPr sz="1200" spc="-55" dirty="0">
                <a:solidFill>
                  <a:srgbClr val="B65341"/>
                </a:solidFill>
                <a:latin typeface="Trebuchet MS"/>
                <a:cs typeface="Trebuchet MS"/>
              </a:rPr>
              <a:t>checkout</a:t>
            </a:r>
            <a:r>
              <a:rPr sz="1200" spc="-5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55" dirty="0">
                <a:solidFill>
                  <a:srgbClr val="B65341"/>
                </a:solidFill>
                <a:latin typeface="Trebuchet MS"/>
                <a:cs typeface="Trebuchet MS"/>
              </a:rPr>
              <a:t>experience.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55" dirty="0">
                <a:solidFill>
                  <a:srgbClr val="B65341"/>
                </a:solidFill>
                <a:latin typeface="Trebuchet MS"/>
                <a:cs typeface="Trebuchet MS"/>
              </a:rPr>
              <a:t>Whether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35" dirty="0">
                <a:solidFill>
                  <a:srgbClr val="B65341"/>
                </a:solidFill>
                <a:latin typeface="Trebuchet MS"/>
                <a:cs typeface="Trebuchet MS"/>
              </a:rPr>
              <a:t>you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60" dirty="0">
                <a:solidFill>
                  <a:srgbClr val="B65341"/>
                </a:solidFill>
                <a:latin typeface="Trebuchet MS"/>
                <a:cs typeface="Trebuchet MS"/>
              </a:rPr>
              <a:t>prefer</a:t>
            </a:r>
            <a:r>
              <a:rPr sz="1200" spc="-5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B65341"/>
                </a:solidFill>
                <a:latin typeface="Trebuchet MS"/>
                <a:cs typeface="Trebuchet MS"/>
              </a:rPr>
              <a:t>credit</a:t>
            </a:r>
            <a:endParaRPr sz="1200">
              <a:latin typeface="Trebuchet MS"/>
              <a:cs typeface="Trebuchet MS"/>
            </a:endParaRPr>
          </a:p>
          <a:p>
            <a:pPr algn="ctr">
              <a:lnSpc>
                <a:spcPts val="1365"/>
              </a:lnSpc>
            </a:pPr>
            <a:r>
              <a:rPr sz="1200" spc="-40" dirty="0">
                <a:solidFill>
                  <a:srgbClr val="B65341"/>
                </a:solidFill>
                <a:latin typeface="Trebuchet MS"/>
                <a:cs typeface="Trebuchet MS"/>
              </a:rPr>
              <a:t>cards,</a:t>
            </a:r>
            <a:r>
              <a:rPr sz="1200" spc="-6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35" dirty="0">
                <a:solidFill>
                  <a:srgbClr val="B65341"/>
                </a:solidFill>
                <a:latin typeface="Trebuchet MS"/>
                <a:cs typeface="Trebuchet MS"/>
              </a:rPr>
              <a:t>digital</a:t>
            </a:r>
            <a:r>
              <a:rPr sz="1200" spc="-6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75" dirty="0">
                <a:solidFill>
                  <a:srgbClr val="B65341"/>
                </a:solidFill>
                <a:latin typeface="Trebuchet MS"/>
                <a:cs typeface="Trebuchet MS"/>
              </a:rPr>
              <a:t>wallets,</a:t>
            </a:r>
            <a:r>
              <a:rPr sz="1200" spc="-6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50" dirty="0">
                <a:solidFill>
                  <a:srgbClr val="B65341"/>
                </a:solidFill>
                <a:latin typeface="Trebuchet MS"/>
                <a:cs typeface="Trebuchet MS"/>
              </a:rPr>
              <a:t>or</a:t>
            </a:r>
            <a:r>
              <a:rPr sz="1200" spc="-6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B65341"/>
                </a:solidFill>
                <a:latin typeface="Trebuchet MS"/>
                <a:cs typeface="Trebuchet MS"/>
              </a:rPr>
              <a:t>cash</a:t>
            </a:r>
            <a:r>
              <a:rPr sz="1200" spc="-5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B65341"/>
                </a:solidFill>
                <a:latin typeface="Trebuchet MS"/>
                <a:cs typeface="Trebuchet MS"/>
              </a:rPr>
              <a:t>on</a:t>
            </a:r>
            <a:r>
              <a:rPr sz="1200" spc="-6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B65341"/>
                </a:solidFill>
                <a:latin typeface="Trebuchet MS"/>
                <a:cs typeface="Trebuchet MS"/>
              </a:rPr>
              <a:t>delivery,</a:t>
            </a:r>
            <a:endParaRPr sz="1200">
              <a:latin typeface="Trebuchet MS"/>
              <a:cs typeface="Trebuchet MS"/>
            </a:endParaRPr>
          </a:p>
          <a:p>
            <a:pPr marL="114300" marR="106680" algn="ctr">
              <a:lnSpc>
                <a:spcPts val="1430"/>
              </a:lnSpc>
              <a:spcBef>
                <a:spcPts val="45"/>
              </a:spcBef>
            </a:pPr>
            <a:r>
              <a:rPr sz="1200" spc="-40" dirty="0">
                <a:solidFill>
                  <a:srgbClr val="B65341"/>
                </a:solidFill>
                <a:latin typeface="Trebuchet MS"/>
                <a:cs typeface="Trebuchet MS"/>
              </a:rPr>
              <a:t>QuickBasket</a:t>
            </a:r>
            <a:r>
              <a:rPr sz="1200" spc="-3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B65341"/>
                </a:solidFill>
                <a:latin typeface="Trebuchet MS"/>
                <a:cs typeface="Trebuchet MS"/>
              </a:rPr>
              <a:t>has</a:t>
            </a:r>
            <a:r>
              <a:rPr sz="1200" spc="-3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40" dirty="0">
                <a:solidFill>
                  <a:srgbClr val="B65341"/>
                </a:solidFill>
                <a:latin typeface="Trebuchet MS"/>
                <a:cs typeface="Trebuchet MS"/>
              </a:rPr>
              <a:t>got</a:t>
            </a:r>
            <a:r>
              <a:rPr sz="1200" spc="-3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35" dirty="0">
                <a:solidFill>
                  <a:srgbClr val="B65341"/>
                </a:solidFill>
                <a:latin typeface="Trebuchet MS"/>
                <a:cs typeface="Trebuchet MS"/>
              </a:rPr>
              <a:t>you</a:t>
            </a:r>
            <a:r>
              <a:rPr sz="1200" spc="-3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70" dirty="0">
                <a:solidFill>
                  <a:srgbClr val="B65341"/>
                </a:solidFill>
                <a:latin typeface="Trebuchet MS"/>
                <a:cs typeface="Trebuchet MS"/>
              </a:rPr>
              <a:t>covered.</a:t>
            </a:r>
            <a:r>
              <a:rPr sz="1200" spc="-3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B65341"/>
                </a:solidFill>
                <a:latin typeface="Trebuchet MS"/>
                <a:cs typeface="Trebuchet MS"/>
              </a:rPr>
              <a:t>Shop</a:t>
            </a:r>
            <a:r>
              <a:rPr sz="1200" spc="-3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B65341"/>
                </a:solidFill>
                <a:latin typeface="Trebuchet MS"/>
                <a:cs typeface="Trebuchet MS"/>
              </a:rPr>
              <a:t>with peace</a:t>
            </a:r>
            <a:r>
              <a:rPr sz="1200" spc="-6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75" dirty="0">
                <a:solidFill>
                  <a:srgbClr val="B65341"/>
                </a:solidFill>
                <a:latin typeface="Trebuchet MS"/>
                <a:cs typeface="Trebuchet MS"/>
              </a:rPr>
              <a:t>of</a:t>
            </a:r>
            <a:r>
              <a:rPr sz="1200" spc="-6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35" dirty="0">
                <a:solidFill>
                  <a:srgbClr val="B65341"/>
                </a:solidFill>
                <a:latin typeface="Trebuchet MS"/>
                <a:cs typeface="Trebuchet MS"/>
              </a:rPr>
              <a:t>mind</a:t>
            </a:r>
            <a:r>
              <a:rPr sz="1200" spc="-6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B65341"/>
                </a:solidFill>
                <a:latin typeface="Trebuchet MS"/>
                <a:cs typeface="Trebuchet MS"/>
              </a:rPr>
              <a:t>knowing</a:t>
            </a:r>
            <a:r>
              <a:rPr sz="1200" spc="-6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75" dirty="0">
                <a:solidFill>
                  <a:srgbClr val="B65341"/>
                </a:solidFill>
                <a:latin typeface="Trebuchet MS"/>
                <a:cs typeface="Trebuchet MS"/>
              </a:rPr>
              <a:t>that</a:t>
            </a:r>
            <a:r>
              <a:rPr sz="1200" spc="-6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your</a:t>
            </a:r>
            <a:r>
              <a:rPr sz="1200" spc="-6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B65341"/>
                </a:solidFill>
                <a:latin typeface="Trebuchet MS"/>
                <a:cs typeface="Trebuchet MS"/>
              </a:rPr>
              <a:t>payment</a:t>
            </a:r>
            <a:endParaRPr sz="1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1200" spc="-50" dirty="0">
                <a:solidFill>
                  <a:srgbClr val="B65341"/>
                </a:solidFill>
                <a:latin typeface="Trebuchet MS"/>
                <a:cs typeface="Trebuchet MS"/>
              </a:rPr>
              <a:t>information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B65341"/>
                </a:solidFill>
                <a:latin typeface="Trebuchet MS"/>
                <a:cs typeface="Trebuchet MS"/>
              </a:rPr>
              <a:t>is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B65341"/>
                </a:solidFill>
                <a:latin typeface="Trebuchet MS"/>
                <a:cs typeface="Trebuchet MS"/>
              </a:rPr>
              <a:t>always</a:t>
            </a:r>
            <a:r>
              <a:rPr sz="120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B65341"/>
                </a:solidFill>
                <a:latin typeface="Trebuchet MS"/>
                <a:cs typeface="Trebuchet MS"/>
              </a:rPr>
              <a:t>protected.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27761" y="1963707"/>
            <a:ext cx="134620" cy="1949450"/>
          </a:xfrm>
          <a:custGeom>
            <a:avLst/>
            <a:gdLst/>
            <a:ahLst/>
            <a:cxnLst/>
            <a:rect l="l" t="t" r="r" b="b"/>
            <a:pathLst>
              <a:path w="134620" h="1949450">
                <a:moveTo>
                  <a:pt x="134094" y="1949350"/>
                </a:moveTo>
                <a:lnTo>
                  <a:pt x="0" y="1949350"/>
                </a:lnTo>
                <a:lnTo>
                  <a:pt x="0" y="0"/>
                </a:lnTo>
                <a:lnTo>
                  <a:pt x="134094" y="0"/>
                </a:lnTo>
                <a:lnTo>
                  <a:pt x="134094" y="1949350"/>
                </a:lnTo>
                <a:close/>
              </a:path>
            </a:pathLst>
          </a:custGeom>
          <a:solidFill>
            <a:srgbClr val="DA74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3571"/>
            <a:ext cx="133350" cy="1229360"/>
          </a:xfrm>
          <a:custGeom>
            <a:avLst/>
            <a:gdLst/>
            <a:ahLst/>
            <a:cxnLst/>
            <a:rect l="l" t="t" r="r" b="b"/>
            <a:pathLst>
              <a:path w="133350" h="1229360">
                <a:moveTo>
                  <a:pt x="133349" y="1229022"/>
                </a:moveTo>
                <a:lnTo>
                  <a:pt x="0" y="1229022"/>
                </a:lnTo>
                <a:lnTo>
                  <a:pt x="0" y="0"/>
                </a:lnTo>
                <a:lnTo>
                  <a:pt x="133349" y="0"/>
                </a:lnTo>
                <a:lnTo>
                  <a:pt x="133349" y="1229022"/>
                </a:lnTo>
                <a:close/>
              </a:path>
            </a:pathLst>
          </a:custGeom>
          <a:solidFill>
            <a:srgbClr val="DA746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6665" y="936786"/>
            <a:ext cx="2218028" cy="20528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36845" y="835749"/>
            <a:ext cx="228155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10" dirty="0"/>
              <a:t>24/7</a:t>
            </a:r>
            <a:r>
              <a:rPr sz="1350" spc="-20" dirty="0"/>
              <a:t> </a:t>
            </a:r>
            <a:r>
              <a:rPr sz="1350" spc="110" dirty="0"/>
              <a:t>CUSTOMER</a:t>
            </a:r>
            <a:r>
              <a:rPr sz="1350" spc="-15" dirty="0"/>
              <a:t> </a:t>
            </a:r>
            <a:r>
              <a:rPr sz="1350" spc="60" dirty="0"/>
              <a:t>SUPPORT</a:t>
            </a:r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1992465" y="1437024"/>
            <a:ext cx="806450" cy="100965"/>
          </a:xfrm>
          <a:custGeom>
            <a:avLst/>
            <a:gdLst/>
            <a:ahLst/>
            <a:cxnLst/>
            <a:rect l="l" t="t" r="r" b="b"/>
            <a:pathLst>
              <a:path w="806450" h="100965">
                <a:moveTo>
                  <a:pt x="11549" y="28661"/>
                </a:moveTo>
                <a:lnTo>
                  <a:pt x="0" y="18804"/>
                </a:lnTo>
                <a:lnTo>
                  <a:pt x="4814" y="12188"/>
                </a:lnTo>
                <a:lnTo>
                  <a:pt x="10009" y="7406"/>
                </a:lnTo>
                <a:lnTo>
                  <a:pt x="21179" y="1485"/>
                </a:lnTo>
                <a:lnTo>
                  <a:pt x="27013" y="0"/>
                </a:lnTo>
                <a:lnTo>
                  <a:pt x="41696" y="0"/>
                </a:lnTo>
                <a:lnTo>
                  <a:pt x="48636" y="2364"/>
                </a:lnTo>
                <a:lnTo>
                  <a:pt x="59177" y="11820"/>
                </a:lnTo>
                <a:lnTo>
                  <a:pt x="60336" y="14607"/>
                </a:lnTo>
                <a:lnTo>
                  <a:pt x="29247" y="14607"/>
                </a:lnTo>
                <a:lnTo>
                  <a:pt x="25711" y="15583"/>
                </a:lnTo>
                <a:lnTo>
                  <a:pt x="19248" y="19465"/>
                </a:lnTo>
                <a:lnTo>
                  <a:pt x="15605" y="23174"/>
                </a:lnTo>
                <a:lnTo>
                  <a:pt x="11549" y="28661"/>
                </a:lnTo>
                <a:close/>
              </a:path>
              <a:path w="806450" h="100965">
                <a:moveTo>
                  <a:pt x="63016" y="98412"/>
                </a:moveTo>
                <a:lnTo>
                  <a:pt x="2862" y="98412"/>
                </a:lnTo>
                <a:lnTo>
                  <a:pt x="2862" y="85539"/>
                </a:lnTo>
                <a:lnTo>
                  <a:pt x="27034" y="56075"/>
                </a:lnTo>
                <a:lnTo>
                  <a:pt x="28509" y="54861"/>
                </a:lnTo>
                <a:lnTo>
                  <a:pt x="28661" y="54687"/>
                </a:lnTo>
                <a:lnTo>
                  <a:pt x="34300" y="49937"/>
                </a:lnTo>
                <a:lnTo>
                  <a:pt x="38605" y="45383"/>
                </a:lnTo>
                <a:lnTo>
                  <a:pt x="44548" y="36642"/>
                </a:lnTo>
                <a:lnTo>
                  <a:pt x="46034" y="31665"/>
                </a:lnTo>
                <a:lnTo>
                  <a:pt x="46034" y="22642"/>
                </a:lnTo>
                <a:lnTo>
                  <a:pt x="44873" y="19866"/>
                </a:lnTo>
                <a:lnTo>
                  <a:pt x="40232" y="15659"/>
                </a:lnTo>
                <a:lnTo>
                  <a:pt x="37076" y="14607"/>
                </a:lnTo>
                <a:lnTo>
                  <a:pt x="60336" y="14607"/>
                </a:lnTo>
                <a:lnTo>
                  <a:pt x="61812" y="18153"/>
                </a:lnTo>
                <a:lnTo>
                  <a:pt x="61812" y="34159"/>
                </a:lnTo>
                <a:lnTo>
                  <a:pt x="36859" y="66432"/>
                </a:lnTo>
                <a:lnTo>
                  <a:pt x="34311" y="66594"/>
                </a:lnTo>
                <a:lnTo>
                  <a:pt x="32402" y="66594"/>
                </a:lnTo>
                <a:lnTo>
                  <a:pt x="28173" y="72472"/>
                </a:lnTo>
                <a:lnTo>
                  <a:pt x="24866" y="76723"/>
                </a:lnTo>
                <a:lnTo>
                  <a:pt x="20094" y="81950"/>
                </a:lnTo>
                <a:lnTo>
                  <a:pt x="18901" y="83436"/>
                </a:lnTo>
                <a:lnTo>
                  <a:pt x="18901" y="83804"/>
                </a:lnTo>
                <a:lnTo>
                  <a:pt x="63016" y="83804"/>
                </a:lnTo>
                <a:lnTo>
                  <a:pt x="63016" y="98412"/>
                </a:lnTo>
                <a:close/>
              </a:path>
              <a:path w="806450" h="100965">
                <a:moveTo>
                  <a:pt x="32341" y="66680"/>
                </a:moveTo>
                <a:lnTo>
                  <a:pt x="34311" y="66594"/>
                </a:lnTo>
                <a:lnTo>
                  <a:pt x="32341" y="66680"/>
                </a:lnTo>
                <a:close/>
              </a:path>
              <a:path w="806450" h="100965">
                <a:moveTo>
                  <a:pt x="32340" y="66681"/>
                </a:moveTo>
                <a:close/>
              </a:path>
              <a:path w="806450" h="100965">
                <a:moveTo>
                  <a:pt x="135896" y="78144"/>
                </a:moveTo>
                <a:lnTo>
                  <a:pt x="64129" y="78144"/>
                </a:lnTo>
                <a:lnTo>
                  <a:pt x="64129" y="65423"/>
                </a:lnTo>
                <a:lnTo>
                  <a:pt x="111074" y="2017"/>
                </a:lnTo>
                <a:lnTo>
                  <a:pt x="124282" y="2017"/>
                </a:lnTo>
                <a:lnTo>
                  <a:pt x="124282" y="27132"/>
                </a:lnTo>
                <a:lnTo>
                  <a:pt x="109707" y="27132"/>
                </a:lnTo>
                <a:lnTo>
                  <a:pt x="82055" y="63569"/>
                </a:lnTo>
                <a:lnTo>
                  <a:pt x="135896" y="63569"/>
                </a:lnTo>
                <a:lnTo>
                  <a:pt x="135896" y="78144"/>
                </a:lnTo>
                <a:close/>
              </a:path>
              <a:path w="806450" h="100965">
                <a:moveTo>
                  <a:pt x="124282" y="63569"/>
                </a:moveTo>
                <a:lnTo>
                  <a:pt x="109707" y="63569"/>
                </a:lnTo>
                <a:lnTo>
                  <a:pt x="109707" y="27132"/>
                </a:lnTo>
                <a:lnTo>
                  <a:pt x="124282" y="27132"/>
                </a:lnTo>
                <a:lnTo>
                  <a:pt x="124282" y="63569"/>
                </a:lnTo>
                <a:close/>
              </a:path>
              <a:path w="806450" h="100965">
                <a:moveTo>
                  <a:pt x="124282" y="98412"/>
                </a:moveTo>
                <a:lnTo>
                  <a:pt x="109707" y="98412"/>
                </a:lnTo>
                <a:lnTo>
                  <a:pt x="109707" y="78144"/>
                </a:lnTo>
                <a:lnTo>
                  <a:pt x="124282" y="78144"/>
                </a:lnTo>
                <a:lnTo>
                  <a:pt x="124282" y="98412"/>
                </a:lnTo>
                <a:close/>
              </a:path>
              <a:path w="806450" h="100965">
                <a:moveTo>
                  <a:pt x="154088" y="98412"/>
                </a:moveTo>
                <a:lnTo>
                  <a:pt x="139936" y="98412"/>
                </a:lnTo>
                <a:lnTo>
                  <a:pt x="174974" y="2017"/>
                </a:lnTo>
                <a:lnTo>
                  <a:pt x="189126" y="2017"/>
                </a:lnTo>
                <a:lnTo>
                  <a:pt x="154088" y="98412"/>
                </a:lnTo>
                <a:close/>
              </a:path>
              <a:path w="806450" h="100965">
                <a:moveTo>
                  <a:pt x="219888" y="98412"/>
                </a:moveTo>
                <a:lnTo>
                  <a:pt x="204825" y="98412"/>
                </a:lnTo>
                <a:lnTo>
                  <a:pt x="234138" y="16852"/>
                </a:lnTo>
                <a:lnTo>
                  <a:pt x="192788" y="16852"/>
                </a:lnTo>
                <a:lnTo>
                  <a:pt x="192788" y="2017"/>
                </a:lnTo>
                <a:lnTo>
                  <a:pt x="254406" y="2017"/>
                </a:lnTo>
                <a:lnTo>
                  <a:pt x="219888" y="98412"/>
                </a:lnTo>
                <a:close/>
              </a:path>
              <a:path w="806450" h="100965">
                <a:moveTo>
                  <a:pt x="322338" y="100559"/>
                </a:moveTo>
                <a:lnTo>
                  <a:pt x="310366" y="100559"/>
                </a:lnTo>
                <a:lnTo>
                  <a:pt x="304510" y="98997"/>
                </a:lnTo>
                <a:lnTo>
                  <a:pt x="294230" y="92751"/>
                </a:lnTo>
                <a:lnTo>
                  <a:pt x="290207" y="88446"/>
                </a:lnTo>
                <a:lnTo>
                  <a:pt x="284416" y="77471"/>
                </a:lnTo>
                <a:lnTo>
                  <a:pt x="282973" y="71312"/>
                </a:lnTo>
                <a:lnTo>
                  <a:pt x="282973" y="57626"/>
                </a:lnTo>
                <a:lnTo>
                  <a:pt x="310182" y="28401"/>
                </a:lnTo>
                <a:lnTo>
                  <a:pt x="322219" y="28401"/>
                </a:lnTo>
                <a:lnTo>
                  <a:pt x="327077" y="29594"/>
                </a:lnTo>
                <a:lnTo>
                  <a:pt x="335362" y="34365"/>
                </a:lnTo>
                <a:lnTo>
                  <a:pt x="339657" y="38432"/>
                </a:lnTo>
                <a:lnTo>
                  <a:pt x="342542" y="42162"/>
                </a:lnTo>
                <a:lnTo>
                  <a:pt x="313023" y="42162"/>
                </a:lnTo>
                <a:lnTo>
                  <a:pt x="309770" y="43095"/>
                </a:lnTo>
                <a:lnTo>
                  <a:pt x="304000" y="46803"/>
                </a:lnTo>
                <a:lnTo>
                  <a:pt x="301723" y="49428"/>
                </a:lnTo>
                <a:lnTo>
                  <a:pt x="298405" y="56216"/>
                </a:lnTo>
                <a:lnTo>
                  <a:pt x="297581" y="60099"/>
                </a:lnTo>
                <a:lnTo>
                  <a:pt x="297581" y="68839"/>
                </a:lnTo>
                <a:lnTo>
                  <a:pt x="313023" y="86765"/>
                </a:lnTo>
                <a:lnTo>
                  <a:pt x="344449" y="86765"/>
                </a:lnTo>
                <a:lnTo>
                  <a:pt x="341294" y="90712"/>
                </a:lnTo>
                <a:lnTo>
                  <a:pt x="336750" y="94649"/>
                </a:lnTo>
                <a:lnTo>
                  <a:pt x="327381" y="99377"/>
                </a:lnTo>
                <a:lnTo>
                  <a:pt x="322338" y="100559"/>
                </a:lnTo>
                <a:close/>
              </a:path>
              <a:path w="806450" h="100965">
                <a:moveTo>
                  <a:pt x="332976" y="52833"/>
                </a:moveTo>
                <a:lnTo>
                  <a:pt x="328053" y="45719"/>
                </a:lnTo>
                <a:lnTo>
                  <a:pt x="322609" y="42162"/>
                </a:lnTo>
                <a:lnTo>
                  <a:pt x="342542" y="42162"/>
                </a:lnTo>
                <a:lnTo>
                  <a:pt x="344103" y="44179"/>
                </a:lnTo>
                <a:lnTo>
                  <a:pt x="332976" y="52833"/>
                </a:lnTo>
                <a:close/>
              </a:path>
              <a:path w="806450" h="100965">
                <a:moveTo>
                  <a:pt x="344449" y="86765"/>
                </a:moveTo>
                <a:lnTo>
                  <a:pt x="320462" y="86765"/>
                </a:lnTo>
                <a:lnTo>
                  <a:pt x="323553" y="86136"/>
                </a:lnTo>
                <a:lnTo>
                  <a:pt x="328303" y="83598"/>
                </a:lnTo>
                <a:lnTo>
                  <a:pt x="331024" y="80996"/>
                </a:lnTo>
                <a:lnTo>
                  <a:pt x="334083" y="77070"/>
                </a:lnTo>
                <a:lnTo>
                  <a:pt x="345697" y="85203"/>
                </a:lnTo>
                <a:lnTo>
                  <a:pt x="344449" y="86765"/>
                </a:lnTo>
                <a:close/>
              </a:path>
              <a:path w="806450" h="100965">
                <a:moveTo>
                  <a:pt x="383598" y="100559"/>
                </a:moveTo>
                <a:lnTo>
                  <a:pt x="373686" y="100559"/>
                </a:lnTo>
                <a:lnTo>
                  <a:pt x="369240" y="99572"/>
                </a:lnTo>
                <a:lnTo>
                  <a:pt x="360999" y="95603"/>
                </a:lnTo>
                <a:lnTo>
                  <a:pt x="357713" y="92642"/>
                </a:lnTo>
                <a:lnTo>
                  <a:pt x="352811" y="84791"/>
                </a:lnTo>
                <a:lnTo>
                  <a:pt x="351586" y="80215"/>
                </a:lnTo>
                <a:lnTo>
                  <a:pt x="351586" y="30515"/>
                </a:lnTo>
                <a:lnTo>
                  <a:pt x="366160" y="30515"/>
                </a:lnTo>
                <a:lnTo>
                  <a:pt x="366160" y="81505"/>
                </a:lnTo>
                <a:lnTo>
                  <a:pt x="370748" y="86765"/>
                </a:lnTo>
                <a:lnTo>
                  <a:pt x="410958" y="86765"/>
                </a:lnTo>
                <a:lnTo>
                  <a:pt x="410958" y="92035"/>
                </a:lnTo>
                <a:lnTo>
                  <a:pt x="397425" y="92035"/>
                </a:lnTo>
                <a:lnTo>
                  <a:pt x="397199" y="93376"/>
                </a:lnTo>
                <a:lnTo>
                  <a:pt x="396036" y="94432"/>
                </a:lnTo>
                <a:lnTo>
                  <a:pt x="388142" y="99333"/>
                </a:lnTo>
                <a:lnTo>
                  <a:pt x="383598" y="100559"/>
                </a:lnTo>
                <a:close/>
              </a:path>
              <a:path w="806450" h="100965">
                <a:moveTo>
                  <a:pt x="410958" y="86765"/>
                </a:moveTo>
                <a:lnTo>
                  <a:pt x="385366" y="86765"/>
                </a:lnTo>
                <a:lnTo>
                  <a:pt x="389465" y="84813"/>
                </a:lnTo>
                <a:lnTo>
                  <a:pt x="394974" y="77005"/>
                </a:lnTo>
                <a:lnTo>
                  <a:pt x="396351" y="71528"/>
                </a:lnTo>
                <a:lnTo>
                  <a:pt x="396351" y="30515"/>
                </a:lnTo>
                <a:lnTo>
                  <a:pt x="410958" y="30515"/>
                </a:lnTo>
                <a:lnTo>
                  <a:pt x="410958" y="86765"/>
                </a:lnTo>
                <a:close/>
              </a:path>
              <a:path w="806450" h="100965">
                <a:moveTo>
                  <a:pt x="397199" y="93376"/>
                </a:moveTo>
                <a:lnTo>
                  <a:pt x="397425" y="92035"/>
                </a:lnTo>
                <a:lnTo>
                  <a:pt x="397815" y="92816"/>
                </a:lnTo>
                <a:lnTo>
                  <a:pt x="397199" y="93376"/>
                </a:lnTo>
                <a:close/>
              </a:path>
              <a:path w="806450" h="100965">
                <a:moveTo>
                  <a:pt x="410958" y="98412"/>
                </a:moveTo>
                <a:lnTo>
                  <a:pt x="396351" y="98412"/>
                </a:lnTo>
                <a:lnTo>
                  <a:pt x="397199" y="93376"/>
                </a:lnTo>
                <a:lnTo>
                  <a:pt x="397815" y="92816"/>
                </a:lnTo>
                <a:lnTo>
                  <a:pt x="397425" y="92035"/>
                </a:lnTo>
                <a:lnTo>
                  <a:pt x="410958" y="92035"/>
                </a:lnTo>
                <a:lnTo>
                  <a:pt x="410958" y="98412"/>
                </a:lnTo>
                <a:close/>
              </a:path>
              <a:path w="806450" h="100965">
                <a:moveTo>
                  <a:pt x="474524" y="86765"/>
                </a:moveTo>
                <a:lnTo>
                  <a:pt x="452145" y="86765"/>
                </a:lnTo>
                <a:lnTo>
                  <a:pt x="455377" y="86114"/>
                </a:lnTo>
                <a:lnTo>
                  <a:pt x="460040" y="83490"/>
                </a:lnTo>
                <a:lnTo>
                  <a:pt x="461111" y="81755"/>
                </a:lnTo>
                <a:lnTo>
                  <a:pt x="461211" y="76408"/>
                </a:lnTo>
                <a:lnTo>
                  <a:pt x="460279" y="74381"/>
                </a:lnTo>
                <a:lnTo>
                  <a:pt x="456570" y="71691"/>
                </a:lnTo>
                <a:lnTo>
                  <a:pt x="452839" y="70780"/>
                </a:lnTo>
                <a:lnTo>
                  <a:pt x="438113" y="69522"/>
                </a:lnTo>
                <a:lnTo>
                  <a:pt x="431433" y="67343"/>
                </a:lnTo>
                <a:lnTo>
                  <a:pt x="422952" y="60185"/>
                </a:lnTo>
                <a:lnTo>
                  <a:pt x="420934" y="55620"/>
                </a:lnTo>
                <a:lnTo>
                  <a:pt x="420838" y="42715"/>
                </a:lnTo>
                <a:lnTo>
                  <a:pt x="423224" y="37542"/>
                </a:lnTo>
                <a:lnTo>
                  <a:pt x="432788" y="30233"/>
                </a:lnTo>
                <a:lnTo>
                  <a:pt x="439143" y="28401"/>
                </a:lnTo>
                <a:lnTo>
                  <a:pt x="447059" y="28401"/>
                </a:lnTo>
                <a:lnTo>
                  <a:pt x="456473" y="29570"/>
                </a:lnTo>
                <a:lnTo>
                  <a:pt x="464416" y="33077"/>
                </a:lnTo>
                <a:lnTo>
                  <a:pt x="470886" y="38923"/>
                </a:lnTo>
                <a:lnTo>
                  <a:pt x="472864" y="42162"/>
                </a:lnTo>
                <a:lnTo>
                  <a:pt x="442353" y="42162"/>
                </a:lnTo>
                <a:lnTo>
                  <a:pt x="439414" y="42791"/>
                </a:lnTo>
                <a:lnTo>
                  <a:pt x="435792" y="45307"/>
                </a:lnTo>
                <a:lnTo>
                  <a:pt x="434892" y="46999"/>
                </a:lnTo>
                <a:lnTo>
                  <a:pt x="434892" y="51120"/>
                </a:lnTo>
                <a:lnTo>
                  <a:pt x="449825" y="57030"/>
                </a:lnTo>
                <a:lnTo>
                  <a:pt x="458305" y="57810"/>
                </a:lnTo>
                <a:lnTo>
                  <a:pt x="464757" y="60012"/>
                </a:lnTo>
                <a:lnTo>
                  <a:pt x="473606" y="67234"/>
                </a:lnTo>
                <a:lnTo>
                  <a:pt x="475818" y="72038"/>
                </a:lnTo>
                <a:lnTo>
                  <a:pt x="475804" y="82926"/>
                </a:lnTo>
                <a:lnTo>
                  <a:pt x="474524" y="86765"/>
                </a:lnTo>
                <a:close/>
              </a:path>
              <a:path w="806450" h="100965">
                <a:moveTo>
                  <a:pt x="462708" y="53581"/>
                </a:moveTo>
                <a:lnTo>
                  <a:pt x="460691" y="48788"/>
                </a:lnTo>
                <a:lnTo>
                  <a:pt x="458467" y="45687"/>
                </a:lnTo>
                <a:lnTo>
                  <a:pt x="453631" y="42867"/>
                </a:lnTo>
                <a:lnTo>
                  <a:pt x="450421" y="42162"/>
                </a:lnTo>
                <a:lnTo>
                  <a:pt x="472864" y="42162"/>
                </a:lnTo>
                <a:lnTo>
                  <a:pt x="475884" y="47107"/>
                </a:lnTo>
                <a:lnTo>
                  <a:pt x="462708" y="53581"/>
                </a:lnTo>
                <a:close/>
              </a:path>
              <a:path w="806450" h="100965">
                <a:moveTo>
                  <a:pt x="451896" y="100559"/>
                </a:moveTo>
                <a:lnTo>
                  <a:pt x="440401" y="100559"/>
                </a:lnTo>
                <a:lnTo>
                  <a:pt x="434621" y="99138"/>
                </a:lnTo>
                <a:lnTo>
                  <a:pt x="424557" y="93456"/>
                </a:lnTo>
                <a:lnTo>
                  <a:pt x="420296" y="88608"/>
                </a:lnTo>
                <a:lnTo>
                  <a:pt x="416804" y="81755"/>
                </a:lnTo>
                <a:lnTo>
                  <a:pt x="429979" y="75248"/>
                </a:lnTo>
                <a:lnTo>
                  <a:pt x="433558" y="82926"/>
                </a:lnTo>
                <a:lnTo>
                  <a:pt x="439566" y="86765"/>
                </a:lnTo>
                <a:lnTo>
                  <a:pt x="474524" y="86765"/>
                </a:lnTo>
                <a:lnTo>
                  <a:pt x="474441" y="87014"/>
                </a:lnTo>
                <a:lnTo>
                  <a:pt x="468932" y="93846"/>
                </a:lnTo>
                <a:lnTo>
                  <a:pt x="465354" y="96384"/>
                </a:lnTo>
                <a:lnTo>
                  <a:pt x="456570" y="99724"/>
                </a:lnTo>
                <a:lnTo>
                  <a:pt x="451896" y="100559"/>
                </a:lnTo>
                <a:close/>
              </a:path>
              <a:path w="806450" h="100965">
                <a:moveTo>
                  <a:pt x="501903" y="30515"/>
                </a:moveTo>
                <a:lnTo>
                  <a:pt x="487296" y="30515"/>
                </a:lnTo>
                <a:lnTo>
                  <a:pt x="487296" y="9857"/>
                </a:lnTo>
                <a:lnTo>
                  <a:pt x="501903" y="9857"/>
                </a:lnTo>
                <a:lnTo>
                  <a:pt x="501903" y="30515"/>
                </a:lnTo>
                <a:close/>
              </a:path>
              <a:path w="806450" h="100965">
                <a:moveTo>
                  <a:pt x="516282" y="44309"/>
                </a:moveTo>
                <a:lnTo>
                  <a:pt x="476657" y="44309"/>
                </a:lnTo>
                <a:lnTo>
                  <a:pt x="476657" y="30515"/>
                </a:lnTo>
                <a:lnTo>
                  <a:pt x="516282" y="30515"/>
                </a:lnTo>
                <a:lnTo>
                  <a:pt x="516282" y="44309"/>
                </a:lnTo>
                <a:close/>
              </a:path>
              <a:path w="806450" h="100965">
                <a:moveTo>
                  <a:pt x="501903" y="98412"/>
                </a:moveTo>
                <a:lnTo>
                  <a:pt x="487296" y="98412"/>
                </a:lnTo>
                <a:lnTo>
                  <a:pt x="487296" y="44309"/>
                </a:lnTo>
                <a:lnTo>
                  <a:pt x="501903" y="44309"/>
                </a:lnTo>
                <a:lnTo>
                  <a:pt x="501903" y="98412"/>
                </a:lnTo>
                <a:close/>
              </a:path>
              <a:path w="806450" h="100965">
                <a:moveTo>
                  <a:pt x="557034" y="100559"/>
                </a:moveTo>
                <a:lnTo>
                  <a:pt x="544086" y="100559"/>
                </a:lnTo>
                <a:lnTo>
                  <a:pt x="538273" y="98997"/>
                </a:lnTo>
                <a:lnTo>
                  <a:pt x="516736" y="57485"/>
                </a:lnTo>
                <a:lnTo>
                  <a:pt x="518157" y="51347"/>
                </a:lnTo>
                <a:lnTo>
                  <a:pt x="523861" y="40460"/>
                </a:lnTo>
                <a:lnTo>
                  <a:pt x="527841" y="36187"/>
                </a:lnTo>
                <a:lnTo>
                  <a:pt x="538075" y="29951"/>
                </a:lnTo>
                <a:lnTo>
                  <a:pt x="543815" y="28401"/>
                </a:lnTo>
                <a:lnTo>
                  <a:pt x="556763" y="28401"/>
                </a:lnTo>
                <a:lnTo>
                  <a:pt x="562593" y="29962"/>
                </a:lnTo>
                <a:lnTo>
                  <a:pt x="572886" y="36187"/>
                </a:lnTo>
                <a:lnTo>
                  <a:pt x="576868" y="40460"/>
                </a:lnTo>
                <a:lnTo>
                  <a:pt x="577760" y="42162"/>
                </a:lnTo>
                <a:lnTo>
                  <a:pt x="546656" y="42162"/>
                </a:lnTo>
                <a:lnTo>
                  <a:pt x="543424" y="43095"/>
                </a:lnTo>
                <a:lnTo>
                  <a:pt x="537742" y="46803"/>
                </a:lnTo>
                <a:lnTo>
                  <a:pt x="535475" y="49428"/>
                </a:lnTo>
                <a:lnTo>
                  <a:pt x="532168" y="56108"/>
                </a:lnTo>
                <a:lnTo>
                  <a:pt x="531344" y="59958"/>
                </a:lnTo>
                <a:lnTo>
                  <a:pt x="531355" y="68839"/>
                </a:lnTo>
                <a:lnTo>
                  <a:pt x="546656" y="86765"/>
                </a:lnTo>
                <a:lnTo>
                  <a:pt x="577879" y="86765"/>
                </a:lnTo>
                <a:lnTo>
                  <a:pt x="577009" y="88446"/>
                </a:lnTo>
                <a:lnTo>
                  <a:pt x="573029" y="92751"/>
                </a:lnTo>
                <a:lnTo>
                  <a:pt x="562814" y="98997"/>
                </a:lnTo>
                <a:lnTo>
                  <a:pt x="557034" y="100559"/>
                </a:lnTo>
                <a:close/>
              </a:path>
              <a:path w="806450" h="100965">
                <a:moveTo>
                  <a:pt x="577879" y="86765"/>
                </a:moveTo>
                <a:lnTo>
                  <a:pt x="554008" y="86765"/>
                </a:lnTo>
                <a:lnTo>
                  <a:pt x="557316" y="85843"/>
                </a:lnTo>
                <a:lnTo>
                  <a:pt x="563085" y="82134"/>
                </a:lnTo>
                <a:lnTo>
                  <a:pt x="565351" y="79510"/>
                </a:lnTo>
                <a:lnTo>
                  <a:pt x="568670" y="72721"/>
                </a:lnTo>
                <a:lnTo>
                  <a:pt x="569505" y="68839"/>
                </a:lnTo>
                <a:lnTo>
                  <a:pt x="569474" y="59958"/>
                </a:lnTo>
                <a:lnTo>
                  <a:pt x="554008" y="42162"/>
                </a:lnTo>
                <a:lnTo>
                  <a:pt x="577760" y="42162"/>
                </a:lnTo>
                <a:lnTo>
                  <a:pt x="582659" y="51456"/>
                </a:lnTo>
                <a:lnTo>
                  <a:pt x="584079" y="57485"/>
                </a:lnTo>
                <a:lnTo>
                  <a:pt x="584112" y="71312"/>
                </a:lnTo>
                <a:lnTo>
                  <a:pt x="582691" y="77471"/>
                </a:lnTo>
                <a:lnTo>
                  <a:pt x="577879" y="86765"/>
                </a:lnTo>
                <a:close/>
              </a:path>
              <a:path w="806450" h="100965">
                <a:moveTo>
                  <a:pt x="640457" y="36501"/>
                </a:moveTo>
                <a:lnTo>
                  <a:pt x="604806" y="36501"/>
                </a:lnTo>
                <a:lnTo>
                  <a:pt x="605089" y="35014"/>
                </a:lnTo>
                <a:lnTo>
                  <a:pt x="605913" y="34202"/>
                </a:lnTo>
                <a:lnTo>
                  <a:pt x="613092" y="29561"/>
                </a:lnTo>
                <a:lnTo>
                  <a:pt x="617202" y="28401"/>
                </a:lnTo>
                <a:lnTo>
                  <a:pt x="626962" y="28401"/>
                </a:lnTo>
                <a:lnTo>
                  <a:pt x="631477" y="29810"/>
                </a:lnTo>
                <a:lnTo>
                  <a:pt x="639220" y="35428"/>
                </a:lnTo>
                <a:lnTo>
                  <a:pt x="640457" y="36501"/>
                </a:lnTo>
                <a:close/>
              </a:path>
              <a:path w="806450" h="100965">
                <a:moveTo>
                  <a:pt x="679152" y="37738"/>
                </a:moveTo>
                <a:lnTo>
                  <a:pt x="641243" y="37738"/>
                </a:lnTo>
                <a:lnTo>
                  <a:pt x="641373" y="37130"/>
                </a:lnTo>
                <a:lnTo>
                  <a:pt x="643391" y="35395"/>
                </a:lnTo>
                <a:lnTo>
                  <a:pt x="651016" y="29800"/>
                </a:lnTo>
                <a:lnTo>
                  <a:pt x="655417" y="28401"/>
                </a:lnTo>
                <a:lnTo>
                  <a:pt x="667042" y="28401"/>
                </a:lnTo>
                <a:lnTo>
                  <a:pt x="672497" y="30700"/>
                </a:lnTo>
                <a:lnTo>
                  <a:pt x="679152" y="37738"/>
                </a:lnTo>
                <a:close/>
              </a:path>
              <a:path w="806450" h="100965">
                <a:moveTo>
                  <a:pt x="605945" y="98412"/>
                </a:moveTo>
                <a:lnTo>
                  <a:pt x="591338" y="98412"/>
                </a:lnTo>
                <a:lnTo>
                  <a:pt x="591338" y="30515"/>
                </a:lnTo>
                <a:lnTo>
                  <a:pt x="605945" y="30515"/>
                </a:lnTo>
                <a:lnTo>
                  <a:pt x="605089" y="35014"/>
                </a:lnTo>
                <a:lnTo>
                  <a:pt x="604351" y="35742"/>
                </a:lnTo>
                <a:lnTo>
                  <a:pt x="604806" y="36501"/>
                </a:lnTo>
                <a:lnTo>
                  <a:pt x="640457" y="36501"/>
                </a:lnTo>
                <a:lnTo>
                  <a:pt x="641157" y="37109"/>
                </a:lnTo>
                <a:lnTo>
                  <a:pt x="641243" y="37738"/>
                </a:lnTo>
                <a:lnTo>
                  <a:pt x="679152" y="37738"/>
                </a:lnTo>
                <a:lnTo>
                  <a:pt x="681172" y="39874"/>
                </a:lnTo>
                <a:lnTo>
                  <a:pt x="681971" y="42162"/>
                </a:lnTo>
                <a:lnTo>
                  <a:pt x="615033" y="42162"/>
                </a:lnTo>
                <a:lnTo>
                  <a:pt x="611693" y="44092"/>
                </a:lnTo>
                <a:lnTo>
                  <a:pt x="607095" y="51814"/>
                </a:lnTo>
                <a:lnTo>
                  <a:pt x="605945" y="57322"/>
                </a:lnTo>
                <a:lnTo>
                  <a:pt x="605945" y="98412"/>
                </a:lnTo>
                <a:close/>
              </a:path>
              <a:path w="806450" h="100965">
                <a:moveTo>
                  <a:pt x="604806" y="36501"/>
                </a:moveTo>
                <a:lnTo>
                  <a:pt x="604351" y="35742"/>
                </a:lnTo>
                <a:lnTo>
                  <a:pt x="605089" y="35014"/>
                </a:lnTo>
                <a:lnTo>
                  <a:pt x="604806" y="36501"/>
                </a:lnTo>
                <a:close/>
              </a:path>
              <a:path w="806450" h="100965">
                <a:moveTo>
                  <a:pt x="644724" y="98412"/>
                </a:moveTo>
                <a:lnTo>
                  <a:pt x="630117" y="98412"/>
                </a:lnTo>
                <a:lnTo>
                  <a:pt x="630062" y="51814"/>
                </a:lnTo>
                <a:lnTo>
                  <a:pt x="629120" y="47942"/>
                </a:lnTo>
                <a:lnTo>
                  <a:pt x="627124" y="45643"/>
                </a:lnTo>
                <a:lnTo>
                  <a:pt x="625150" y="43322"/>
                </a:lnTo>
                <a:lnTo>
                  <a:pt x="622580" y="42162"/>
                </a:lnTo>
                <a:lnTo>
                  <a:pt x="654137" y="42162"/>
                </a:lnTo>
                <a:lnTo>
                  <a:pt x="651025" y="43756"/>
                </a:lnTo>
                <a:lnTo>
                  <a:pt x="646449" y="50133"/>
                </a:lnTo>
                <a:lnTo>
                  <a:pt x="645115" y="54676"/>
                </a:lnTo>
                <a:lnTo>
                  <a:pt x="644724" y="60576"/>
                </a:lnTo>
                <a:lnTo>
                  <a:pt x="644724" y="98412"/>
                </a:lnTo>
                <a:close/>
              </a:path>
              <a:path w="806450" h="100965">
                <a:moveTo>
                  <a:pt x="683341" y="98412"/>
                </a:moveTo>
                <a:lnTo>
                  <a:pt x="668766" y="98412"/>
                </a:lnTo>
                <a:lnTo>
                  <a:pt x="668705" y="51814"/>
                </a:lnTo>
                <a:lnTo>
                  <a:pt x="667769" y="47964"/>
                </a:lnTo>
                <a:lnTo>
                  <a:pt x="663778" y="43322"/>
                </a:lnTo>
                <a:lnTo>
                  <a:pt x="661208" y="42162"/>
                </a:lnTo>
                <a:lnTo>
                  <a:pt x="681971" y="42162"/>
                </a:lnTo>
                <a:lnTo>
                  <a:pt x="683341" y="46088"/>
                </a:lnTo>
                <a:lnTo>
                  <a:pt x="683341" y="98412"/>
                </a:lnTo>
                <a:close/>
              </a:path>
              <a:path w="806450" h="100965">
                <a:moveTo>
                  <a:pt x="731045" y="100559"/>
                </a:moveTo>
                <a:lnTo>
                  <a:pt x="717425" y="100559"/>
                </a:lnTo>
                <a:lnTo>
                  <a:pt x="711569" y="98997"/>
                </a:lnTo>
                <a:lnTo>
                  <a:pt x="701288" y="92751"/>
                </a:lnTo>
                <a:lnTo>
                  <a:pt x="697265" y="88446"/>
                </a:lnTo>
                <a:lnTo>
                  <a:pt x="691474" y="77471"/>
                </a:lnTo>
                <a:lnTo>
                  <a:pt x="690032" y="71312"/>
                </a:lnTo>
                <a:lnTo>
                  <a:pt x="690032" y="57626"/>
                </a:lnTo>
                <a:lnTo>
                  <a:pt x="717110" y="28401"/>
                </a:lnTo>
                <a:lnTo>
                  <a:pt x="729690" y="28401"/>
                </a:lnTo>
                <a:lnTo>
                  <a:pt x="735231" y="29908"/>
                </a:lnTo>
                <a:lnTo>
                  <a:pt x="745164" y="35916"/>
                </a:lnTo>
                <a:lnTo>
                  <a:pt x="749047" y="40004"/>
                </a:lnTo>
                <a:lnTo>
                  <a:pt x="750216" y="42162"/>
                </a:lnTo>
                <a:lnTo>
                  <a:pt x="718563" y="42162"/>
                </a:lnTo>
                <a:lnTo>
                  <a:pt x="714453" y="43767"/>
                </a:lnTo>
                <a:lnTo>
                  <a:pt x="708033" y="50187"/>
                </a:lnTo>
                <a:lnTo>
                  <a:pt x="706179" y="53234"/>
                </a:lnTo>
                <a:lnTo>
                  <a:pt x="705680" y="56119"/>
                </a:lnTo>
                <a:lnTo>
                  <a:pt x="756071" y="56119"/>
                </a:lnTo>
                <a:lnTo>
                  <a:pt x="756074" y="64241"/>
                </a:lnTo>
                <a:lnTo>
                  <a:pt x="755944" y="66453"/>
                </a:lnTo>
                <a:lnTo>
                  <a:pt x="755683" y="69099"/>
                </a:lnTo>
                <a:lnTo>
                  <a:pt x="704802" y="69099"/>
                </a:lnTo>
                <a:lnTo>
                  <a:pt x="704997" y="72938"/>
                </a:lnTo>
                <a:lnTo>
                  <a:pt x="706765" y="76842"/>
                </a:lnTo>
                <a:lnTo>
                  <a:pt x="713466" y="84780"/>
                </a:lnTo>
                <a:lnTo>
                  <a:pt x="718010" y="86765"/>
                </a:lnTo>
                <a:lnTo>
                  <a:pt x="753498" y="86765"/>
                </a:lnTo>
                <a:lnTo>
                  <a:pt x="752256" y="88728"/>
                </a:lnTo>
                <a:lnTo>
                  <a:pt x="747583" y="93434"/>
                </a:lnTo>
                <a:lnTo>
                  <a:pt x="737172" y="99138"/>
                </a:lnTo>
                <a:lnTo>
                  <a:pt x="731045" y="100559"/>
                </a:lnTo>
                <a:close/>
              </a:path>
              <a:path w="806450" h="100965">
                <a:moveTo>
                  <a:pt x="756071" y="56119"/>
                </a:moveTo>
                <a:lnTo>
                  <a:pt x="741076" y="56119"/>
                </a:lnTo>
                <a:lnTo>
                  <a:pt x="740556" y="52345"/>
                </a:lnTo>
                <a:lnTo>
                  <a:pt x="738810" y="49081"/>
                </a:lnTo>
                <a:lnTo>
                  <a:pt x="735838" y="46326"/>
                </a:lnTo>
                <a:lnTo>
                  <a:pt x="732888" y="43550"/>
                </a:lnTo>
                <a:lnTo>
                  <a:pt x="728800" y="42162"/>
                </a:lnTo>
                <a:lnTo>
                  <a:pt x="750216" y="42162"/>
                </a:lnTo>
                <a:lnTo>
                  <a:pt x="754664" y="50371"/>
                </a:lnTo>
                <a:lnTo>
                  <a:pt x="756071" y="56119"/>
                </a:lnTo>
                <a:close/>
              </a:path>
              <a:path w="806450" h="100965">
                <a:moveTo>
                  <a:pt x="753498" y="86765"/>
                </a:moveTo>
                <a:lnTo>
                  <a:pt x="728551" y="86765"/>
                </a:lnTo>
                <a:lnTo>
                  <a:pt x="732498" y="85886"/>
                </a:lnTo>
                <a:lnTo>
                  <a:pt x="738679" y="82351"/>
                </a:lnTo>
                <a:lnTo>
                  <a:pt x="741673" y="79065"/>
                </a:lnTo>
                <a:lnTo>
                  <a:pt x="744557" y="74272"/>
                </a:lnTo>
                <a:lnTo>
                  <a:pt x="756399" y="82178"/>
                </a:lnTo>
                <a:lnTo>
                  <a:pt x="753498" y="86765"/>
                </a:lnTo>
                <a:close/>
              </a:path>
              <a:path w="806450" h="100965">
                <a:moveTo>
                  <a:pt x="806160" y="37998"/>
                </a:moveTo>
                <a:lnTo>
                  <a:pt x="777563" y="37998"/>
                </a:lnTo>
                <a:lnTo>
                  <a:pt x="777689" y="36926"/>
                </a:lnTo>
                <a:lnTo>
                  <a:pt x="779157" y="35558"/>
                </a:lnTo>
                <a:lnTo>
                  <a:pt x="787377" y="29832"/>
                </a:lnTo>
                <a:lnTo>
                  <a:pt x="792040" y="28401"/>
                </a:lnTo>
                <a:lnTo>
                  <a:pt x="799653" y="28401"/>
                </a:lnTo>
                <a:lnTo>
                  <a:pt x="802624" y="28943"/>
                </a:lnTo>
                <a:lnTo>
                  <a:pt x="806160" y="30027"/>
                </a:lnTo>
                <a:lnTo>
                  <a:pt x="806160" y="37998"/>
                </a:lnTo>
                <a:close/>
              </a:path>
              <a:path w="806450" h="100965">
                <a:moveTo>
                  <a:pt x="778442" y="98412"/>
                </a:moveTo>
                <a:lnTo>
                  <a:pt x="763834" y="98412"/>
                </a:lnTo>
                <a:lnTo>
                  <a:pt x="763834" y="30515"/>
                </a:lnTo>
                <a:lnTo>
                  <a:pt x="778442" y="30515"/>
                </a:lnTo>
                <a:lnTo>
                  <a:pt x="777689" y="36926"/>
                </a:lnTo>
                <a:lnTo>
                  <a:pt x="777259" y="37326"/>
                </a:lnTo>
                <a:lnTo>
                  <a:pt x="777563" y="37998"/>
                </a:lnTo>
                <a:lnTo>
                  <a:pt x="806160" y="37998"/>
                </a:lnTo>
                <a:lnTo>
                  <a:pt x="806160" y="41772"/>
                </a:lnTo>
                <a:lnTo>
                  <a:pt x="793971" y="41772"/>
                </a:lnTo>
                <a:lnTo>
                  <a:pt x="790913" y="42704"/>
                </a:lnTo>
                <a:lnTo>
                  <a:pt x="785230" y="46413"/>
                </a:lnTo>
                <a:lnTo>
                  <a:pt x="782909" y="49146"/>
                </a:lnTo>
                <a:lnTo>
                  <a:pt x="779331" y="56390"/>
                </a:lnTo>
                <a:lnTo>
                  <a:pt x="778442" y="60728"/>
                </a:lnTo>
                <a:lnTo>
                  <a:pt x="778442" y="98412"/>
                </a:lnTo>
                <a:close/>
              </a:path>
              <a:path w="806450" h="100965">
                <a:moveTo>
                  <a:pt x="777563" y="37998"/>
                </a:moveTo>
                <a:lnTo>
                  <a:pt x="777259" y="37326"/>
                </a:lnTo>
                <a:lnTo>
                  <a:pt x="777689" y="36926"/>
                </a:lnTo>
                <a:lnTo>
                  <a:pt x="777563" y="37998"/>
                </a:lnTo>
                <a:close/>
              </a:path>
              <a:path w="806450" h="100965">
                <a:moveTo>
                  <a:pt x="806160" y="44732"/>
                </a:moveTo>
                <a:lnTo>
                  <a:pt x="802039" y="42759"/>
                </a:lnTo>
                <a:lnTo>
                  <a:pt x="799067" y="41772"/>
                </a:lnTo>
                <a:lnTo>
                  <a:pt x="806160" y="41772"/>
                </a:lnTo>
                <a:lnTo>
                  <a:pt x="806160" y="44732"/>
                </a:lnTo>
                <a:close/>
              </a:path>
            </a:pathLst>
          </a:custGeom>
          <a:solidFill>
            <a:srgbClr val="B653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2143" y="1608806"/>
            <a:ext cx="436880" cy="115570"/>
          </a:xfrm>
          <a:custGeom>
            <a:avLst/>
            <a:gdLst/>
            <a:ahLst/>
            <a:cxnLst/>
            <a:rect l="l" t="t" r="r" b="b"/>
            <a:pathLst>
              <a:path w="436880" h="115569">
                <a:moveTo>
                  <a:pt x="57720" y="76907"/>
                </a:moveTo>
                <a:lnTo>
                  <a:pt x="35341" y="76907"/>
                </a:lnTo>
                <a:lnTo>
                  <a:pt x="38573" y="76257"/>
                </a:lnTo>
                <a:lnTo>
                  <a:pt x="43236" y="73632"/>
                </a:lnTo>
                <a:lnTo>
                  <a:pt x="44307" y="71897"/>
                </a:lnTo>
                <a:lnTo>
                  <a:pt x="44407" y="66551"/>
                </a:lnTo>
                <a:lnTo>
                  <a:pt x="43474" y="64523"/>
                </a:lnTo>
                <a:lnTo>
                  <a:pt x="39766" y="61834"/>
                </a:lnTo>
                <a:lnTo>
                  <a:pt x="36035" y="60923"/>
                </a:lnTo>
                <a:lnTo>
                  <a:pt x="21309" y="59665"/>
                </a:lnTo>
                <a:lnTo>
                  <a:pt x="14628" y="57485"/>
                </a:lnTo>
                <a:lnTo>
                  <a:pt x="6148" y="50328"/>
                </a:lnTo>
                <a:lnTo>
                  <a:pt x="4129" y="45762"/>
                </a:lnTo>
                <a:lnTo>
                  <a:pt x="4034" y="32858"/>
                </a:lnTo>
                <a:lnTo>
                  <a:pt x="6419" y="27685"/>
                </a:lnTo>
                <a:lnTo>
                  <a:pt x="15984" y="20376"/>
                </a:lnTo>
                <a:lnTo>
                  <a:pt x="22339" y="18543"/>
                </a:lnTo>
                <a:lnTo>
                  <a:pt x="30255" y="18543"/>
                </a:lnTo>
                <a:lnTo>
                  <a:pt x="39669" y="19712"/>
                </a:lnTo>
                <a:lnTo>
                  <a:pt x="47611" y="23220"/>
                </a:lnTo>
                <a:lnTo>
                  <a:pt x="54081" y="29066"/>
                </a:lnTo>
                <a:lnTo>
                  <a:pt x="56059" y="32305"/>
                </a:lnTo>
                <a:lnTo>
                  <a:pt x="25549" y="32305"/>
                </a:lnTo>
                <a:lnTo>
                  <a:pt x="22610" y="32934"/>
                </a:lnTo>
                <a:lnTo>
                  <a:pt x="18988" y="35450"/>
                </a:lnTo>
                <a:lnTo>
                  <a:pt x="18088" y="37141"/>
                </a:lnTo>
                <a:lnTo>
                  <a:pt x="18088" y="41262"/>
                </a:lnTo>
                <a:lnTo>
                  <a:pt x="33020" y="47172"/>
                </a:lnTo>
                <a:lnTo>
                  <a:pt x="41501" y="47953"/>
                </a:lnTo>
                <a:lnTo>
                  <a:pt x="47953" y="50154"/>
                </a:lnTo>
                <a:lnTo>
                  <a:pt x="56802" y="57377"/>
                </a:lnTo>
                <a:lnTo>
                  <a:pt x="59014" y="62181"/>
                </a:lnTo>
                <a:lnTo>
                  <a:pt x="59000" y="73068"/>
                </a:lnTo>
                <a:lnTo>
                  <a:pt x="57720" y="76907"/>
                </a:lnTo>
                <a:close/>
              </a:path>
              <a:path w="436880" h="115569">
                <a:moveTo>
                  <a:pt x="45903" y="43724"/>
                </a:moveTo>
                <a:lnTo>
                  <a:pt x="43886" y="38931"/>
                </a:lnTo>
                <a:lnTo>
                  <a:pt x="41663" y="35829"/>
                </a:lnTo>
                <a:lnTo>
                  <a:pt x="36827" y="33010"/>
                </a:lnTo>
                <a:lnTo>
                  <a:pt x="33617" y="32305"/>
                </a:lnTo>
                <a:lnTo>
                  <a:pt x="56059" y="32305"/>
                </a:lnTo>
                <a:lnTo>
                  <a:pt x="59079" y="37250"/>
                </a:lnTo>
                <a:lnTo>
                  <a:pt x="45903" y="43724"/>
                </a:lnTo>
                <a:close/>
              </a:path>
              <a:path w="436880" h="115569">
                <a:moveTo>
                  <a:pt x="35092" y="90701"/>
                </a:moveTo>
                <a:lnTo>
                  <a:pt x="23597" y="90701"/>
                </a:lnTo>
                <a:lnTo>
                  <a:pt x="17817" y="89281"/>
                </a:lnTo>
                <a:lnTo>
                  <a:pt x="7753" y="83598"/>
                </a:lnTo>
                <a:lnTo>
                  <a:pt x="3491" y="78751"/>
                </a:lnTo>
                <a:lnTo>
                  <a:pt x="0" y="71897"/>
                </a:lnTo>
                <a:lnTo>
                  <a:pt x="13175" y="65391"/>
                </a:lnTo>
                <a:lnTo>
                  <a:pt x="16754" y="73068"/>
                </a:lnTo>
                <a:lnTo>
                  <a:pt x="22762" y="76907"/>
                </a:lnTo>
                <a:lnTo>
                  <a:pt x="57720" y="76907"/>
                </a:lnTo>
                <a:lnTo>
                  <a:pt x="57637" y="77157"/>
                </a:lnTo>
                <a:lnTo>
                  <a:pt x="52128" y="83989"/>
                </a:lnTo>
                <a:lnTo>
                  <a:pt x="48549" y="86526"/>
                </a:lnTo>
                <a:lnTo>
                  <a:pt x="39766" y="89866"/>
                </a:lnTo>
                <a:lnTo>
                  <a:pt x="35092" y="90701"/>
                </a:lnTo>
                <a:close/>
              </a:path>
              <a:path w="436880" h="115569">
                <a:moveTo>
                  <a:pt x="100129" y="90701"/>
                </a:moveTo>
                <a:lnTo>
                  <a:pt x="90217" y="90701"/>
                </a:lnTo>
                <a:lnTo>
                  <a:pt x="85771" y="89714"/>
                </a:lnTo>
                <a:lnTo>
                  <a:pt x="77529" y="85745"/>
                </a:lnTo>
                <a:lnTo>
                  <a:pt x="74244" y="82785"/>
                </a:lnTo>
                <a:lnTo>
                  <a:pt x="69342" y="74934"/>
                </a:lnTo>
                <a:lnTo>
                  <a:pt x="68117" y="70357"/>
                </a:lnTo>
                <a:lnTo>
                  <a:pt x="68117" y="20658"/>
                </a:lnTo>
                <a:lnTo>
                  <a:pt x="82691" y="20658"/>
                </a:lnTo>
                <a:lnTo>
                  <a:pt x="82691" y="71648"/>
                </a:lnTo>
                <a:lnTo>
                  <a:pt x="87278" y="76907"/>
                </a:lnTo>
                <a:lnTo>
                  <a:pt x="127489" y="76907"/>
                </a:lnTo>
                <a:lnTo>
                  <a:pt x="127489" y="82178"/>
                </a:lnTo>
                <a:lnTo>
                  <a:pt x="113955" y="82178"/>
                </a:lnTo>
                <a:lnTo>
                  <a:pt x="113730" y="83518"/>
                </a:lnTo>
                <a:lnTo>
                  <a:pt x="112567" y="84574"/>
                </a:lnTo>
                <a:lnTo>
                  <a:pt x="104673" y="89476"/>
                </a:lnTo>
                <a:lnTo>
                  <a:pt x="100129" y="90701"/>
                </a:lnTo>
                <a:close/>
              </a:path>
              <a:path w="436880" h="115569">
                <a:moveTo>
                  <a:pt x="127489" y="76907"/>
                </a:moveTo>
                <a:lnTo>
                  <a:pt x="101897" y="76907"/>
                </a:lnTo>
                <a:lnTo>
                  <a:pt x="105996" y="74955"/>
                </a:lnTo>
                <a:lnTo>
                  <a:pt x="111505" y="67147"/>
                </a:lnTo>
                <a:lnTo>
                  <a:pt x="112882" y="61671"/>
                </a:lnTo>
                <a:lnTo>
                  <a:pt x="112882" y="20658"/>
                </a:lnTo>
                <a:lnTo>
                  <a:pt x="127489" y="20658"/>
                </a:lnTo>
                <a:lnTo>
                  <a:pt x="127489" y="76907"/>
                </a:lnTo>
                <a:close/>
              </a:path>
              <a:path w="436880" h="115569">
                <a:moveTo>
                  <a:pt x="113730" y="83518"/>
                </a:moveTo>
                <a:lnTo>
                  <a:pt x="113955" y="82178"/>
                </a:lnTo>
                <a:lnTo>
                  <a:pt x="114346" y="82958"/>
                </a:lnTo>
                <a:lnTo>
                  <a:pt x="113730" y="83518"/>
                </a:lnTo>
                <a:close/>
              </a:path>
              <a:path w="436880" h="115569">
                <a:moveTo>
                  <a:pt x="127489" y="88554"/>
                </a:moveTo>
                <a:lnTo>
                  <a:pt x="112882" y="88554"/>
                </a:lnTo>
                <a:lnTo>
                  <a:pt x="113730" y="83518"/>
                </a:lnTo>
                <a:lnTo>
                  <a:pt x="114346" y="82958"/>
                </a:lnTo>
                <a:lnTo>
                  <a:pt x="113955" y="82178"/>
                </a:lnTo>
                <a:lnTo>
                  <a:pt x="127489" y="82178"/>
                </a:lnTo>
                <a:lnTo>
                  <a:pt x="127489" y="88554"/>
                </a:lnTo>
                <a:close/>
              </a:path>
              <a:path w="436880" h="115569">
                <a:moveTo>
                  <a:pt x="194556" y="26058"/>
                </a:moveTo>
                <a:lnTo>
                  <a:pt x="152789" y="26058"/>
                </a:lnTo>
                <a:lnTo>
                  <a:pt x="152877" y="25330"/>
                </a:lnTo>
                <a:lnTo>
                  <a:pt x="154719" y="24052"/>
                </a:lnTo>
                <a:lnTo>
                  <a:pt x="162983" y="19649"/>
                </a:lnTo>
                <a:lnTo>
                  <a:pt x="167494" y="18543"/>
                </a:lnTo>
                <a:lnTo>
                  <a:pt x="178859" y="18543"/>
                </a:lnTo>
                <a:lnTo>
                  <a:pt x="184671" y="20094"/>
                </a:lnTo>
                <a:lnTo>
                  <a:pt x="194556" y="26058"/>
                </a:lnTo>
                <a:close/>
              </a:path>
              <a:path w="436880" h="115569">
                <a:moveTo>
                  <a:pt x="153440" y="115199"/>
                </a:moveTo>
                <a:lnTo>
                  <a:pt x="138833" y="115199"/>
                </a:lnTo>
                <a:lnTo>
                  <a:pt x="138833" y="20658"/>
                </a:lnTo>
                <a:lnTo>
                  <a:pt x="153440" y="20658"/>
                </a:lnTo>
                <a:lnTo>
                  <a:pt x="152789" y="26058"/>
                </a:lnTo>
                <a:lnTo>
                  <a:pt x="194556" y="26058"/>
                </a:lnTo>
                <a:lnTo>
                  <a:pt x="194952" y="26297"/>
                </a:lnTo>
                <a:lnTo>
                  <a:pt x="198964" y="30602"/>
                </a:lnTo>
                <a:lnTo>
                  <a:pt x="199856" y="32305"/>
                </a:lnTo>
                <a:lnTo>
                  <a:pt x="168936" y="32305"/>
                </a:lnTo>
                <a:lnTo>
                  <a:pt x="165629" y="33237"/>
                </a:lnTo>
                <a:lnTo>
                  <a:pt x="159860" y="36946"/>
                </a:lnTo>
                <a:lnTo>
                  <a:pt x="157582" y="39570"/>
                </a:lnTo>
                <a:lnTo>
                  <a:pt x="154264" y="46359"/>
                </a:lnTo>
                <a:lnTo>
                  <a:pt x="153440" y="50241"/>
                </a:lnTo>
                <a:lnTo>
                  <a:pt x="153467" y="59112"/>
                </a:lnTo>
                <a:lnTo>
                  <a:pt x="168936" y="76907"/>
                </a:lnTo>
                <a:lnTo>
                  <a:pt x="199972" y="76907"/>
                </a:lnTo>
                <a:lnTo>
                  <a:pt x="199073" y="78621"/>
                </a:lnTo>
                <a:lnTo>
                  <a:pt x="195104" y="82893"/>
                </a:lnTo>
                <a:lnTo>
                  <a:pt x="194732" y="83121"/>
                </a:lnTo>
                <a:lnTo>
                  <a:pt x="152789" y="83121"/>
                </a:lnTo>
                <a:lnTo>
                  <a:pt x="153440" y="115199"/>
                </a:lnTo>
                <a:close/>
              </a:path>
              <a:path w="436880" h="115569">
                <a:moveTo>
                  <a:pt x="152789" y="26058"/>
                </a:moveTo>
                <a:lnTo>
                  <a:pt x="152702" y="25451"/>
                </a:lnTo>
                <a:lnTo>
                  <a:pt x="152877" y="25330"/>
                </a:lnTo>
                <a:lnTo>
                  <a:pt x="152789" y="26058"/>
                </a:lnTo>
                <a:close/>
              </a:path>
              <a:path w="436880" h="115569">
                <a:moveTo>
                  <a:pt x="199972" y="76907"/>
                </a:moveTo>
                <a:lnTo>
                  <a:pt x="176289" y="76907"/>
                </a:lnTo>
                <a:lnTo>
                  <a:pt x="179520" y="75986"/>
                </a:lnTo>
                <a:lnTo>
                  <a:pt x="185203" y="72277"/>
                </a:lnTo>
                <a:lnTo>
                  <a:pt x="187458" y="69652"/>
                </a:lnTo>
                <a:lnTo>
                  <a:pt x="190766" y="62972"/>
                </a:lnTo>
                <a:lnTo>
                  <a:pt x="191601" y="59112"/>
                </a:lnTo>
                <a:lnTo>
                  <a:pt x="191592" y="50241"/>
                </a:lnTo>
                <a:lnTo>
                  <a:pt x="176289" y="32305"/>
                </a:lnTo>
                <a:lnTo>
                  <a:pt x="199856" y="32305"/>
                </a:lnTo>
                <a:lnTo>
                  <a:pt x="204755" y="41598"/>
                </a:lnTo>
                <a:lnTo>
                  <a:pt x="206208" y="47812"/>
                </a:lnTo>
                <a:lnTo>
                  <a:pt x="206208" y="61606"/>
                </a:lnTo>
                <a:lnTo>
                  <a:pt x="204777" y="67755"/>
                </a:lnTo>
                <a:lnTo>
                  <a:pt x="199972" y="76907"/>
                </a:lnTo>
                <a:close/>
              </a:path>
              <a:path w="436880" h="115569">
                <a:moveTo>
                  <a:pt x="179130" y="90701"/>
                </a:moveTo>
                <a:lnTo>
                  <a:pt x="167678" y="90701"/>
                </a:lnTo>
                <a:lnTo>
                  <a:pt x="163091" y="89595"/>
                </a:lnTo>
                <a:lnTo>
                  <a:pt x="154719" y="85171"/>
                </a:lnTo>
                <a:lnTo>
                  <a:pt x="152804" y="83836"/>
                </a:lnTo>
                <a:lnTo>
                  <a:pt x="152789" y="83121"/>
                </a:lnTo>
                <a:lnTo>
                  <a:pt x="194732" y="83121"/>
                </a:lnTo>
                <a:lnTo>
                  <a:pt x="184910" y="89140"/>
                </a:lnTo>
                <a:lnTo>
                  <a:pt x="179130" y="90701"/>
                </a:lnTo>
                <a:close/>
              </a:path>
              <a:path w="436880" h="115569">
                <a:moveTo>
                  <a:pt x="269283" y="26058"/>
                </a:moveTo>
                <a:lnTo>
                  <a:pt x="227515" y="26058"/>
                </a:lnTo>
                <a:lnTo>
                  <a:pt x="227603" y="25330"/>
                </a:lnTo>
                <a:lnTo>
                  <a:pt x="229446" y="24052"/>
                </a:lnTo>
                <a:lnTo>
                  <a:pt x="237709" y="19649"/>
                </a:lnTo>
                <a:lnTo>
                  <a:pt x="242220" y="18543"/>
                </a:lnTo>
                <a:lnTo>
                  <a:pt x="253585" y="18543"/>
                </a:lnTo>
                <a:lnTo>
                  <a:pt x="259398" y="20094"/>
                </a:lnTo>
                <a:lnTo>
                  <a:pt x="269283" y="26058"/>
                </a:lnTo>
                <a:close/>
              </a:path>
              <a:path w="436880" h="115569">
                <a:moveTo>
                  <a:pt x="228166" y="115199"/>
                </a:moveTo>
                <a:lnTo>
                  <a:pt x="213559" y="115199"/>
                </a:lnTo>
                <a:lnTo>
                  <a:pt x="213559" y="20658"/>
                </a:lnTo>
                <a:lnTo>
                  <a:pt x="228166" y="20658"/>
                </a:lnTo>
                <a:lnTo>
                  <a:pt x="227515" y="26058"/>
                </a:lnTo>
                <a:lnTo>
                  <a:pt x="269283" y="26058"/>
                </a:lnTo>
                <a:lnTo>
                  <a:pt x="269678" y="26297"/>
                </a:lnTo>
                <a:lnTo>
                  <a:pt x="273690" y="30602"/>
                </a:lnTo>
                <a:lnTo>
                  <a:pt x="274582" y="32305"/>
                </a:lnTo>
                <a:lnTo>
                  <a:pt x="243663" y="32305"/>
                </a:lnTo>
                <a:lnTo>
                  <a:pt x="240355" y="33237"/>
                </a:lnTo>
                <a:lnTo>
                  <a:pt x="234586" y="36946"/>
                </a:lnTo>
                <a:lnTo>
                  <a:pt x="232309" y="39570"/>
                </a:lnTo>
                <a:lnTo>
                  <a:pt x="228990" y="46359"/>
                </a:lnTo>
                <a:lnTo>
                  <a:pt x="228166" y="50241"/>
                </a:lnTo>
                <a:lnTo>
                  <a:pt x="228194" y="59112"/>
                </a:lnTo>
                <a:lnTo>
                  <a:pt x="243663" y="76907"/>
                </a:lnTo>
                <a:lnTo>
                  <a:pt x="274698" y="76907"/>
                </a:lnTo>
                <a:lnTo>
                  <a:pt x="273799" y="78621"/>
                </a:lnTo>
                <a:lnTo>
                  <a:pt x="269830" y="82893"/>
                </a:lnTo>
                <a:lnTo>
                  <a:pt x="269458" y="83121"/>
                </a:lnTo>
                <a:lnTo>
                  <a:pt x="227515" y="83121"/>
                </a:lnTo>
                <a:lnTo>
                  <a:pt x="228166" y="115199"/>
                </a:lnTo>
                <a:close/>
              </a:path>
              <a:path w="436880" h="115569">
                <a:moveTo>
                  <a:pt x="227515" y="26058"/>
                </a:moveTo>
                <a:lnTo>
                  <a:pt x="227429" y="25451"/>
                </a:lnTo>
                <a:lnTo>
                  <a:pt x="227603" y="25330"/>
                </a:lnTo>
                <a:lnTo>
                  <a:pt x="227515" y="26058"/>
                </a:lnTo>
                <a:close/>
              </a:path>
              <a:path w="436880" h="115569">
                <a:moveTo>
                  <a:pt x="274698" y="76907"/>
                </a:moveTo>
                <a:lnTo>
                  <a:pt x="251015" y="76907"/>
                </a:lnTo>
                <a:lnTo>
                  <a:pt x="254247" y="75986"/>
                </a:lnTo>
                <a:lnTo>
                  <a:pt x="259929" y="72277"/>
                </a:lnTo>
                <a:lnTo>
                  <a:pt x="262185" y="69652"/>
                </a:lnTo>
                <a:lnTo>
                  <a:pt x="265492" y="62972"/>
                </a:lnTo>
                <a:lnTo>
                  <a:pt x="266327" y="59112"/>
                </a:lnTo>
                <a:lnTo>
                  <a:pt x="266318" y="50241"/>
                </a:lnTo>
                <a:lnTo>
                  <a:pt x="251015" y="32305"/>
                </a:lnTo>
                <a:lnTo>
                  <a:pt x="274582" y="32305"/>
                </a:lnTo>
                <a:lnTo>
                  <a:pt x="279481" y="41598"/>
                </a:lnTo>
                <a:lnTo>
                  <a:pt x="280934" y="47812"/>
                </a:lnTo>
                <a:lnTo>
                  <a:pt x="280934" y="61606"/>
                </a:lnTo>
                <a:lnTo>
                  <a:pt x="279503" y="67755"/>
                </a:lnTo>
                <a:lnTo>
                  <a:pt x="274698" y="76907"/>
                </a:lnTo>
                <a:close/>
              </a:path>
              <a:path w="436880" h="115569">
                <a:moveTo>
                  <a:pt x="253856" y="90701"/>
                </a:moveTo>
                <a:lnTo>
                  <a:pt x="242405" y="90701"/>
                </a:lnTo>
                <a:lnTo>
                  <a:pt x="237818" y="89595"/>
                </a:lnTo>
                <a:lnTo>
                  <a:pt x="229446" y="85171"/>
                </a:lnTo>
                <a:lnTo>
                  <a:pt x="227530" y="83836"/>
                </a:lnTo>
                <a:lnTo>
                  <a:pt x="227515" y="83121"/>
                </a:lnTo>
                <a:lnTo>
                  <a:pt x="269458" y="83121"/>
                </a:lnTo>
                <a:lnTo>
                  <a:pt x="259636" y="89140"/>
                </a:lnTo>
                <a:lnTo>
                  <a:pt x="253856" y="90701"/>
                </a:lnTo>
                <a:close/>
              </a:path>
              <a:path w="436880" h="115569">
                <a:moveTo>
                  <a:pt x="324581" y="90701"/>
                </a:moveTo>
                <a:lnTo>
                  <a:pt x="311633" y="90701"/>
                </a:lnTo>
                <a:lnTo>
                  <a:pt x="305820" y="89140"/>
                </a:lnTo>
                <a:lnTo>
                  <a:pt x="284284" y="47628"/>
                </a:lnTo>
                <a:lnTo>
                  <a:pt x="285704" y="41490"/>
                </a:lnTo>
                <a:lnTo>
                  <a:pt x="291408" y="30602"/>
                </a:lnTo>
                <a:lnTo>
                  <a:pt x="295388" y="26329"/>
                </a:lnTo>
                <a:lnTo>
                  <a:pt x="305622" y="20094"/>
                </a:lnTo>
                <a:lnTo>
                  <a:pt x="311362" y="18543"/>
                </a:lnTo>
                <a:lnTo>
                  <a:pt x="324310" y="18543"/>
                </a:lnTo>
                <a:lnTo>
                  <a:pt x="330140" y="20105"/>
                </a:lnTo>
                <a:lnTo>
                  <a:pt x="340433" y="26329"/>
                </a:lnTo>
                <a:lnTo>
                  <a:pt x="344415" y="30602"/>
                </a:lnTo>
                <a:lnTo>
                  <a:pt x="345307" y="32305"/>
                </a:lnTo>
                <a:lnTo>
                  <a:pt x="314203" y="32305"/>
                </a:lnTo>
                <a:lnTo>
                  <a:pt x="310971" y="33237"/>
                </a:lnTo>
                <a:lnTo>
                  <a:pt x="305289" y="36946"/>
                </a:lnTo>
                <a:lnTo>
                  <a:pt x="303023" y="39570"/>
                </a:lnTo>
                <a:lnTo>
                  <a:pt x="299715" y="46250"/>
                </a:lnTo>
                <a:lnTo>
                  <a:pt x="298891" y="50100"/>
                </a:lnTo>
                <a:lnTo>
                  <a:pt x="298902" y="58982"/>
                </a:lnTo>
                <a:lnTo>
                  <a:pt x="314203" y="76907"/>
                </a:lnTo>
                <a:lnTo>
                  <a:pt x="345426" y="76907"/>
                </a:lnTo>
                <a:lnTo>
                  <a:pt x="344556" y="78588"/>
                </a:lnTo>
                <a:lnTo>
                  <a:pt x="340576" y="82893"/>
                </a:lnTo>
                <a:lnTo>
                  <a:pt x="330361" y="89140"/>
                </a:lnTo>
                <a:lnTo>
                  <a:pt x="324581" y="90701"/>
                </a:lnTo>
                <a:close/>
              </a:path>
              <a:path w="436880" h="115569">
                <a:moveTo>
                  <a:pt x="345426" y="76907"/>
                </a:moveTo>
                <a:lnTo>
                  <a:pt x="321555" y="76907"/>
                </a:lnTo>
                <a:lnTo>
                  <a:pt x="324863" y="75986"/>
                </a:lnTo>
                <a:lnTo>
                  <a:pt x="330632" y="72277"/>
                </a:lnTo>
                <a:lnTo>
                  <a:pt x="332899" y="69652"/>
                </a:lnTo>
                <a:lnTo>
                  <a:pt x="336217" y="62864"/>
                </a:lnTo>
                <a:lnTo>
                  <a:pt x="337052" y="58982"/>
                </a:lnTo>
                <a:lnTo>
                  <a:pt x="337022" y="50100"/>
                </a:lnTo>
                <a:lnTo>
                  <a:pt x="321555" y="32305"/>
                </a:lnTo>
                <a:lnTo>
                  <a:pt x="345307" y="32305"/>
                </a:lnTo>
                <a:lnTo>
                  <a:pt x="350206" y="41598"/>
                </a:lnTo>
                <a:lnTo>
                  <a:pt x="351626" y="47628"/>
                </a:lnTo>
                <a:lnTo>
                  <a:pt x="351659" y="61454"/>
                </a:lnTo>
                <a:lnTo>
                  <a:pt x="350239" y="67614"/>
                </a:lnTo>
                <a:lnTo>
                  <a:pt x="345426" y="76907"/>
                </a:lnTo>
                <a:close/>
              </a:path>
              <a:path w="436880" h="115569">
                <a:moveTo>
                  <a:pt x="421966" y="20658"/>
                </a:moveTo>
                <a:lnTo>
                  <a:pt x="407359" y="20658"/>
                </a:lnTo>
                <a:lnTo>
                  <a:pt x="407359" y="0"/>
                </a:lnTo>
                <a:lnTo>
                  <a:pt x="421966" y="0"/>
                </a:lnTo>
                <a:lnTo>
                  <a:pt x="421966" y="20658"/>
                </a:lnTo>
                <a:close/>
              </a:path>
              <a:path w="436880" h="115569">
                <a:moveTo>
                  <a:pt x="396721" y="28140"/>
                </a:moveTo>
                <a:lnTo>
                  <a:pt x="372614" y="28140"/>
                </a:lnTo>
                <a:lnTo>
                  <a:pt x="372740" y="27068"/>
                </a:lnTo>
                <a:lnTo>
                  <a:pt x="374208" y="25700"/>
                </a:lnTo>
                <a:lnTo>
                  <a:pt x="382428" y="19975"/>
                </a:lnTo>
                <a:lnTo>
                  <a:pt x="387091" y="18543"/>
                </a:lnTo>
                <a:lnTo>
                  <a:pt x="394704" y="18543"/>
                </a:lnTo>
                <a:lnTo>
                  <a:pt x="397675" y="19085"/>
                </a:lnTo>
                <a:lnTo>
                  <a:pt x="401210" y="20170"/>
                </a:lnTo>
                <a:lnTo>
                  <a:pt x="401210" y="20658"/>
                </a:lnTo>
                <a:lnTo>
                  <a:pt x="396721" y="20658"/>
                </a:lnTo>
                <a:lnTo>
                  <a:pt x="396721" y="28140"/>
                </a:lnTo>
                <a:close/>
              </a:path>
              <a:path w="436880" h="115569">
                <a:moveTo>
                  <a:pt x="373492" y="88554"/>
                </a:moveTo>
                <a:lnTo>
                  <a:pt x="358885" y="88554"/>
                </a:lnTo>
                <a:lnTo>
                  <a:pt x="358885" y="20658"/>
                </a:lnTo>
                <a:lnTo>
                  <a:pt x="373492" y="20658"/>
                </a:lnTo>
                <a:lnTo>
                  <a:pt x="372740" y="27068"/>
                </a:lnTo>
                <a:lnTo>
                  <a:pt x="372310" y="27468"/>
                </a:lnTo>
                <a:lnTo>
                  <a:pt x="372614" y="28140"/>
                </a:lnTo>
                <a:lnTo>
                  <a:pt x="396721" y="28140"/>
                </a:lnTo>
                <a:lnTo>
                  <a:pt x="396721" y="31914"/>
                </a:lnTo>
                <a:lnTo>
                  <a:pt x="389021" y="31914"/>
                </a:lnTo>
                <a:lnTo>
                  <a:pt x="385963" y="32847"/>
                </a:lnTo>
                <a:lnTo>
                  <a:pt x="380281" y="36556"/>
                </a:lnTo>
                <a:lnTo>
                  <a:pt x="377960" y="39288"/>
                </a:lnTo>
                <a:lnTo>
                  <a:pt x="374382" y="46532"/>
                </a:lnTo>
                <a:lnTo>
                  <a:pt x="373492" y="50870"/>
                </a:lnTo>
                <a:lnTo>
                  <a:pt x="373492" y="88554"/>
                </a:lnTo>
                <a:close/>
              </a:path>
              <a:path w="436880" h="115569">
                <a:moveTo>
                  <a:pt x="401210" y="34875"/>
                </a:moveTo>
                <a:lnTo>
                  <a:pt x="397090" y="32901"/>
                </a:lnTo>
                <a:lnTo>
                  <a:pt x="396721" y="32779"/>
                </a:lnTo>
                <a:lnTo>
                  <a:pt x="396721" y="20658"/>
                </a:lnTo>
                <a:lnTo>
                  <a:pt x="401210" y="20658"/>
                </a:lnTo>
                <a:lnTo>
                  <a:pt x="401210" y="34875"/>
                </a:lnTo>
                <a:close/>
              </a:path>
              <a:path w="436880" h="115569">
                <a:moveTo>
                  <a:pt x="436346" y="34452"/>
                </a:moveTo>
                <a:lnTo>
                  <a:pt x="401210" y="34452"/>
                </a:lnTo>
                <a:lnTo>
                  <a:pt x="401210" y="20658"/>
                </a:lnTo>
                <a:lnTo>
                  <a:pt x="436346" y="20658"/>
                </a:lnTo>
                <a:lnTo>
                  <a:pt x="436346" y="34452"/>
                </a:lnTo>
                <a:close/>
              </a:path>
              <a:path w="436880" h="115569">
                <a:moveTo>
                  <a:pt x="372614" y="28140"/>
                </a:moveTo>
                <a:lnTo>
                  <a:pt x="372310" y="27468"/>
                </a:lnTo>
                <a:lnTo>
                  <a:pt x="372740" y="27068"/>
                </a:lnTo>
                <a:lnTo>
                  <a:pt x="372614" y="28140"/>
                </a:lnTo>
                <a:close/>
              </a:path>
              <a:path w="436880" h="115569">
                <a:moveTo>
                  <a:pt x="396721" y="32779"/>
                </a:moveTo>
                <a:lnTo>
                  <a:pt x="394118" y="31914"/>
                </a:lnTo>
                <a:lnTo>
                  <a:pt x="396721" y="31914"/>
                </a:lnTo>
                <a:lnTo>
                  <a:pt x="396721" y="32779"/>
                </a:lnTo>
                <a:close/>
              </a:path>
              <a:path w="436880" h="115569">
                <a:moveTo>
                  <a:pt x="400327" y="34452"/>
                </a:moveTo>
                <a:lnTo>
                  <a:pt x="396721" y="34452"/>
                </a:lnTo>
                <a:lnTo>
                  <a:pt x="396721" y="32779"/>
                </a:lnTo>
                <a:lnTo>
                  <a:pt x="397090" y="32901"/>
                </a:lnTo>
                <a:lnTo>
                  <a:pt x="400327" y="34452"/>
                </a:lnTo>
                <a:close/>
              </a:path>
              <a:path w="436880" h="115569">
                <a:moveTo>
                  <a:pt x="421966" y="88554"/>
                </a:moveTo>
                <a:lnTo>
                  <a:pt x="407359" y="88554"/>
                </a:lnTo>
                <a:lnTo>
                  <a:pt x="407359" y="34452"/>
                </a:lnTo>
                <a:lnTo>
                  <a:pt x="421966" y="34452"/>
                </a:lnTo>
                <a:lnTo>
                  <a:pt x="421966" y="88554"/>
                </a:lnTo>
                <a:close/>
              </a:path>
            </a:pathLst>
          </a:custGeom>
          <a:solidFill>
            <a:srgbClr val="B653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9531" y="1227556"/>
            <a:ext cx="2494915" cy="147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610" algn="just">
              <a:lnSpc>
                <a:spcPct val="100000"/>
              </a:lnSpc>
              <a:spcBef>
                <a:spcPts val="100"/>
              </a:spcBef>
            </a:pPr>
            <a:r>
              <a:rPr sz="1050" spc="-80" dirty="0">
                <a:solidFill>
                  <a:srgbClr val="B65341"/>
                </a:solidFill>
                <a:latin typeface="Trebuchet MS"/>
                <a:cs typeface="Trebuchet MS"/>
              </a:rPr>
              <a:t>At</a:t>
            </a:r>
            <a:r>
              <a:rPr sz="105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50" dirty="0">
                <a:solidFill>
                  <a:srgbClr val="B65341"/>
                </a:solidFill>
                <a:latin typeface="Trebuchet MS"/>
                <a:cs typeface="Trebuchet MS"/>
              </a:rPr>
              <a:t>QuickBasket,</a:t>
            </a:r>
            <a:r>
              <a:rPr sz="1050" spc="-4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55" dirty="0">
                <a:solidFill>
                  <a:srgbClr val="B65341"/>
                </a:solidFill>
                <a:latin typeface="Trebuchet MS"/>
                <a:cs typeface="Trebuchet MS"/>
              </a:rPr>
              <a:t>we</a:t>
            </a:r>
            <a:r>
              <a:rPr sz="1050" spc="-45" dirty="0">
                <a:solidFill>
                  <a:srgbClr val="B65341"/>
                </a:solidFill>
                <a:latin typeface="Trebuchet MS"/>
                <a:cs typeface="Trebuchet MS"/>
              </a:rPr>
              <a:t> value</a:t>
            </a:r>
            <a:r>
              <a:rPr sz="1050" spc="-40" dirty="0">
                <a:solidFill>
                  <a:srgbClr val="B65341"/>
                </a:solidFill>
                <a:latin typeface="Trebuchet MS"/>
                <a:cs typeface="Trebuchet MS"/>
              </a:rPr>
              <a:t> your</a:t>
            </a:r>
            <a:r>
              <a:rPr sz="105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B65341"/>
                </a:solidFill>
                <a:latin typeface="Trebuchet MS"/>
                <a:cs typeface="Trebuchet MS"/>
              </a:rPr>
              <a:t>satisfaction.</a:t>
            </a:r>
            <a:endParaRPr sz="1050">
              <a:latin typeface="Trebuchet MS"/>
              <a:cs typeface="Trebuchet MS"/>
            </a:endParaRPr>
          </a:p>
          <a:p>
            <a:pPr marL="210185" algn="just">
              <a:lnSpc>
                <a:spcPct val="100000"/>
              </a:lnSpc>
              <a:spcBef>
                <a:spcPts val="15"/>
              </a:spcBef>
            </a:pPr>
            <a:r>
              <a:rPr sz="1050" spc="-30" dirty="0">
                <a:solidFill>
                  <a:srgbClr val="B65341"/>
                </a:solidFill>
                <a:latin typeface="Trebuchet MS"/>
                <a:cs typeface="Trebuchet MS"/>
              </a:rPr>
              <a:t>That's</a:t>
            </a:r>
            <a:r>
              <a:rPr sz="1050" spc="-6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45" dirty="0">
                <a:solidFill>
                  <a:srgbClr val="B65341"/>
                </a:solidFill>
                <a:latin typeface="Trebuchet MS"/>
                <a:cs typeface="Trebuchet MS"/>
              </a:rPr>
              <a:t>why</a:t>
            </a:r>
            <a:r>
              <a:rPr sz="1050" spc="-6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55" dirty="0">
                <a:solidFill>
                  <a:srgbClr val="B65341"/>
                </a:solidFill>
                <a:latin typeface="Trebuchet MS"/>
                <a:cs typeface="Trebuchet MS"/>
              </a:rPr>
              <a:t>we</a:t>
            </a:r>
            <a:r>
              <a:rPr sz="1050" spc="-6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B65341"/>
                </a:solidFill>
                <a:latin typeface="Trebuchet MS"/>
                <a:cs typeface="Trebuchet MS"/>
              </a:rPr>
              <a:t>provide</a:t>
            </a:r>
            <a:endParaRPr sz="1050">
              <a:latin typeface="Trebuchet MS"/>
              <a:cs typeface="Trebuchet MS"/>
            </a:endParaRPr>
          </a:p>
          <a:p>
            <a:pPr marL="121920" marR="101600" indent="452120" algn="just">
              <a:lnSpc>
                <a:spcPct val="101200"/>
              </a:lnSpc>
            </a:pPr>
            <a:r>
              <a:rPr sz="1050" spc="-150" dirty="0">
                <a:solidFill>
                  <a:srgbClr val="B65341"/>
                </a:solidFill>
                <a:latin typeface="Trebuchet MS"/>
                <a:cs typeface="Trebuchet MS"/>
              </a:rPr>
              <a:t>to</a:t>
            </a:r>
            <a:r>
              <a:rPr sz="1050" spc="7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B65341"/>
                </a:solidFill>
                <a:latin typeface="Trebuchet MS"/>
                <a:cs typeface="Trebuchet MS"/>
              </a:rPr>
              <a:t>assist</a:t>
            </a:r>
            <a:r>
              <a:rPr sz="1050" spc="-8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45" dirty="0">
                <a:solidFill>
                  <a:srgbClr val="B65341"/>
                </a:solidFill>
                <a:latin typeface="Trebuchet MS"/>
                <a:cs typeface="Trebuchet MS"/>
              </a:rPr>
              <a:t>you</a:t>
            </a:r>
            <a:r>
              <a:rPr sz="1050" spc="-3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75" dirty="0">
                <a:solidFill>
                  <a:srgbClr val="B65341"/>
                </a:solidFill>
                <a:latin typeface="Trebuchet MS"/>
                <a:cs typeface="Trebuchet MS"/>
              </a:rPr>
              <a:t>with</a:t>
            </a:r>
            <a:r>
              <a:rPr sz="1050" spc="-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B65341"/>
                </a:solidFill>
                <a:latin typeface="Trebuchet MS"/>
                <a:cs typeface="Trebuchet MS"/>
              </a:rPr>
              <a:t>any</a:t>
            </a:r>
            <a:r>
              <a:rPr sz="1050" spc="-1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B65341"/>
                </a:solidFill>
                <a:latin typeface="Trebuchet MS"/>
                <a:cs typeface="Trebuchet MS"/>
              </a:rPr>
              <a:t>queries</a:t>
            </a:r>
            <a:r>
              <a:rPr sz="1050" spc="-1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B65341"/>
                </a:solidFill>
                <a:latin typeface="Trebuchet MS"/>
                <a:cs typeface="Trebuchet MS"/>
              </a:rPr>
              <a:t>or </a:t>
            </a:r>
            <a:r>
              <a:rPr sz="1050" spc="-45" dirty="0">
                <a:solidFill>
                  <a:srgbClr val="B65341"/>
                </a:solidFill>
                <a:latin typeface="Trebuchet MS"/>
                <a:cs typeface="Trebuchet MS"/>
              </a:rPr>
              <a:t>concerns.</a:t>
            </a:r>
            <a:r>
              <a:rPr sz="1050" spc="-3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40" dirty="0">
                <a:solidFill>
                  <a:srgbClr val="B65341"/>
                </a:solidFill>
                <a:latin typeface="Trebuchet MS"/>
                <a:cs typeface="Trebuchet MS"/>
              </a:rPr>
              <a:t>Our</a:t>
            </a:r>
            <a:r>
              <a:rPr sz="1050" spc="-1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B65341"/>
                </a:solidFill>
                <a:latin typeface="Trebuchet MS"/>
                <a:cs typeface="Trebuchet MS"/>
              </a:rPr>
              <a:t>dedicated</a:t>
            </a:r>
            <a:r>
              <a:rPr sz="1050" spc="-2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70" dirty="0">
                <a:solidFill>
                  <a:srgbClr val="B65341"/>
                </a:solidFill>
                <a:latin typeface="Trebuchet MS"/>
                <a:cs typeface="Trebuchet MS"/>
              </a:rPr>
              <a:t>team</a:t>
            </a:r>
            <a:r>
              <a:rPr sz="1050" spc="-1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B65341"/>
                </a:solidFill>
                <a:latin typeface="Trebuchet MS"/>
                <a:cs typeface="Trebuchet MS"/>
              </a:rPr>
              <a:t>is</a:t>
            </a:r>
            <a:r>
              <a:rPr sz="1050" spc="-1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B65341"/>
                </a:solidFill>
                <a:latin typeface="Trebuchet MS"/>
                <a:cs typeface="Trebuchet MS"/>
              </a:rPr>
              <a:t>always </a:t>
            </a:r>
            <a:r>
              <a:rPr sz="1050" spc="-30" dirty="0">
                <a:solidFill>
                  <a:srgbClr val="B65341"/>
                </a:solidFill>
                <a:latin typeface="Trebuchet MS"/>
                <a:cs typeface="Trebuchet MS"/>
              </a:rPr>
              <a:t>ready</a:t>
            </a:r>
            <a:r>
              <a:rPr sz="1050" spc="-5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75" dirty="0">
                <a:solidFill>
                  <a:srgbClr val="B65341"/>
                </a:solidFill>
                <a:latin typeface="Trebuchet MS"/>
                <a:cs typeface="Trebuchet MS"/>
              </a:rPr>
              <a:t>to</a:t>
            </a:r>
            <a:r>
              <a:rPr sz="1050" spc="-5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75" dirty="0">
                <a:solidFill>
                  <a:srgbClr val="B65341"/>
                </a:solidFill>
                <a:latin typeface="Trebuchet MS"/>
                <a:cs typeface="Trebuchet MS"/>
              </a:rPr>
              <a:t>help,</a:t>
            </a:r>
            <a:r>
              <a:rPr sz="1050" spc="-5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55" dirty="0">
                <a:solidFill>
                  <a:srgbClr val="B65341"/>
                </a:solidFill>
                <a:latin typeface="Trebuchet MS"/>
                <a:cs typeface="Trebuchet MS"/>
              </a:rPr>
              <a:t>whether</a:t>
            </a:r>
            <a:r>
              <a:rPr sz="1050" spc="-4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B65341"/>
                </a:solidFill>
                <a:latin typeface="Trebuchet MS"/>
                <a:cs typeface="Trebuchet MS"/>
              </a:rPr>
              <a:t>it's</a:t>
            </a:r>
            <a:r>
              <a:rPr sz="1050" spc="-5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40" dirty="0">
                <a:solidFill>
                  <a:srgbClr val="B65341"/>
                </a:solidFill>
                <a:latin typeface="Trebuchet MS"/>
                <a:cs typeface="Trebuchet MS"/>
              </a:rPr>
              <a:t>tracking</a:t>
            </a:r>
            <a:r>
              <a:rPr sz="1050" spc="-5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B65341"/>
                </a:solidFill>
                <a:latin typeface="Trebuchet MS"/>
                <a:cs typeface="Trebuchet MS"/>
              </a:rPr>
              <a:t>your</a:t>
            </a:r>
            <a:endParaRPr sz="1050">
              <a:latin typeface="Trebuchet MS"/>
              <a:cs typeface="Trebuchet MS"/>
            </a:endParaRPr>
          </a:p>
          <a:p>
            <a:pPr algn="ctr">
              <a:lnSpc>
                <a:spcPts val="1200"/>
              </a:lnSpc>
            </a:pPr>
            <a:r>
              <a:rPr sz="1050" spc="-75" dirty="0">
                <a:solidFill>
                  <a:srgbClr val="B65341"/>
                </a:solidFill>
                <a:latin typeface="Trebuchet MS"/>
                <a:cs typeface="Trebuchet MS"/>
              </a:rPr>
              <a:t>order,</a:t>
            </a:r>
            <a:r>
              <a:rPr sz="1050" spc="-4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30" dirty="0">
                <a:solidFill>
                  <a:srgbClr val="B65341"/>
                </a:solidFill>
                <a:latin typeface="Trebuchet MS"/>
                <a:cs typeface="Trebuchet MS"/>
              </a:rPr>
              <a:t>resolving</a:t>
            </a:r>
            <a:r>
              <a:rPr sz="1050" spc="-3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B65341"/>
                </a:solidFill>
                <a:latin typeface="Trebuchet MS"/>
                <a:cs typeface="Trebuchet MS"/>
              </a:rPr>
              <a:t>issues,</a:t>
            </a:r>
            <a:r>
              <a:rPr sz="1050" spc="-3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40" dirty="0">
                <a:solidFill>
                  <a:srgbClr val="B65341"/>
                </a:solidFill>
                <a:latin typeface="Trebuchet MS"/>
                <a:cs typeface="Trebuchet MS"/>
              </a:rPr>
              <a:t>or </a:t>
            </a:r>
            <a:r>
              <a:rPr sz="1050" spc="-25" dirty="0">
                <a:solidFill>
                  <a:srgbClr val="B65341"/>
                </a:solidFill>
                <a:latin typeface="Trebuchet MS"/>
                <a:cs typeface="Trebuchet MS"/>
              </a:rPr>
              <a:t>providing</a:t>
            </a:r>
            <a:r>
              <a:rPr sz="1050" spc="-3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B65341"/>
                </a:solidFill>
                <a:latin typeface="Trebuchet MS"/>
                <a:cs typeface="Trebuchet MS"/>
              </a:rPr>
              <a:t>product</a:t>
            </a:r>
            <a:endParaRPr sz="1050">
              <a:latin typeface="Trebuchet MS"/>
              <a:cs typeface="Trebuchet MS"/>
            </a:endParaRPr>
          </a:p>
          <a:p>
            <a:pPr marL="20955" marR="13335" algn="ctr">
              <a:lnSpc>
                <a:spcPct val="101200"/>
              </a:lnSpc>
            </a:pPr>
            <a:r>
              <a:rPr sz="1050" spc="-45" dirty="0">
                <a:solidFill>
                  <a:srgbClr val="B65341"/>
                </a:solidFill>
                <a:latin typeface="Trebuchet MS"/>
                <a:cs typeface="Trebuchet MS"/>
              </a:rPr>
              <a:t>recommendations.</a:t>
            </a:r>
            <a:r>
              <a:rPr sz="1050" spc="-1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55" dirty="0">
                <a:solidFill>
                  <a:srgbClr val="B65341"/>
                </a:solidFill>
                <a:latin typeface="Trebuchet MS"/>
                <a:cs typeface="Trebuchet MS"/>
              </a:rPr>
              <a:t>With</a:t>
            </a:r>
            <a:r>
              <a:rPr sz="1050" spc="-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50" dirty="0">
                <a:solidFill>
                  <a:srgbClr val="B65341"/>
                </a:solidFill>
                <a:latin typeface="Trebuchet MS"/>
                <a:cs typeface="Trebuchet MS"/>
              </a:rPr>
              <a:t>QuickBasket,</a:t>
            </a:r>
            <a:r>
              <a:rPr sz="1050" spc="-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B65341"/>
                </a:solidFill>
                <a:latin typeface="Trebuchet MS"/>
                <a:cs typeface="Trebuchet MS"/>
              </a:rPr>
              <a:t>you're </a:t>
            </a:r>
            <a:r>
              <a:rPr sz="1050" spc="-50" dirty="0">
                <a:solidFill>
                  <a:srgbClr val="B65341"/>
                </a:solidFill>
                <a:latin typeface="Trebuchet MS"/>
                <a:cs typeface="Trebuchet MS"/>
              </a:rPr>
              <a:t>never</a:t>
            </a:r>
            <a:r>
              <a:rPr sz="1050" spc="-5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B65341"/>
                </a:solidFill>
                <a:latin typeface="Trebuchet MS"/>
                <a:cs typeface="Trebuchet MS"/>
              </a:rPr>
              <a:t>alone</a:t>
            </a:r>
            <a:r>
              <a:rPr sz="1050" spc="-5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B65341"/>
                </a:solidFill>
                <a:latin typeface="Trebuchet MS"/>
                <a:cs typeface="Trebuchet MS"/>
              </a:rPr>
              <a:t>on</a:t>
            </a:r>
            <a:r>
              <a:rPr sz="1050" spc="-5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40" dirty="0">
                <a:solidFill>
                  <a:srgbClr val="B65341"/>
                </a:solidFill>
                <a:latin typeface="Trebuchet MS"/>
                <a:cs typeface="Trebuchet MS"/>
              </a:rPr>
              <a:t>your</a:t>
            </a:r>
            <a:r>
              <a:rPr sz="1050" spc="-5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B65341"/>
                </a:solidFill>
                <a:latin typeface="Trebuchet MS"/>
                <a:cs typeface="Trebuchet MS"/>
              </a:rPr>
              <a:t>grocery</a:t>
            </a:r>
            <a:r>
              <a:rPr sz="1050" spc="-55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B65341"/>
                </a:solidFill>
                <a:latin typeface="Trebuchet MS"/>
                <a:cs typeface="Trebuchet MS"/>
              </a:rPr>
              <a:t>shopping journey.</a:t>
            </a:r>
            <a:endParaRPr sz="105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1" y="3571"/>
            <a:ext cx="6951980" cy="130175"/>
          </a:xfrm>
          <a:custGeom>
            <a:avLst/>
            <a:gdLst/>
            <a:ahLst/>
            <a:cxnLst/>
            <a:rect l="l" t="t" r="r" b="b"/>
            <a:pathLst>
              <a:path w="6951980" h="130175">
                <a:moveTo>
                  <a:pt x="0" y="0"/>
                </a:moveTo>
                <a:lnTo>
                  <a:pt x="6951463" y="0"/>
                </a:lnTo>
                <a:lnTo>
                  <a:pt x="6951463" y="129778"/>
                </a:lnTo>
                <a:lnTo>
                  <a:pt x="0" y="129778"/>
                </a:lnTo>
                <a:lnTo>
                  <a:pt x="0" y="0"/>
                </a:lnTo>
                <a:close/>
              </a:path>
            </a:pathLst>
          </a:custGeom>
          <a:solidFill>
            <a:srgbClr val="DA74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3370571"/>
            <a:ext cx="134620" cy="546735"/>
          </a:xfrm>
          <a:custGeom>
            <a:avLst/>
            <a:gdLst/>
            <a:ahLst/>
            <a:cxnLst/>
            <a:rect l="l" t="t" r="r" b="b"/>
            <a:pathLst>
              <a:path w="134620" h="546735">
                <a:moveTo>
                  <a:pt x="134094" y="546348"/>
                </a:moveTo>
                <a:lnTo>
                  <a:pt x="0" y="546348"/>
                </a:lnTo>
                <a:lnTo>
                  <a:pt x="0" y="0"/>
                </a:lnTo>
                <a:lnTo>
                  <a:pt x="134094" y="0"/>
                </a:lnTo>
                <a:lnTo>
                  <a:pt x="134094" y="546348"/>
                </a:lnTo>
                <a:close/>
              </a:path>
            </a:pathLst>
          </a:custGeom>
          <a:solidFill>
            <a:srgbClr val="DA74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30617" y="3370571"/>
            <a:ext cx="134620" cy="546735"/>
          </a:xfrm>
          <a:custGeom>
            <a:avLst/>
            <a:gdLst/>
            <a:ahLst/>
            <a:cxnLst/>
            <a:rect l="l" t="t" r="r" b="b"/>
            <a:pathLst>
              <a:path w="134620" h="546735">
                <a:moveTo>
                  <a:pt x="134094" y="546348"/>
                </a:moveTo>
                <a:lnTo>
                  <a:pt x="0" y="546348"/>
                </a:lnTo>
                <a:lnTo>
                  <a:pt x="0" y="0"/>
                </a:lnTo>
                <a:lnTo>
                  <a:pt x="134094" y="0"/>
                </a:lnTo>
                <a:lnTo>
                  <a:pt x="134094" y="546348"/>
                </a:lnTo>
                <a:close/>
              </a:path>
            </a:pathLst>
          </a:custGeom>
          <a:solidFill>
            <a:srgbClr val="DA74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19350" y="1050925"/>
            <a:ext cx="1720675" cy="25391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spc="170" dirty="0">
                <a:solidFill>
                  <a:srgbClr val="B65341"/>
                </a:solidFill>
              </a:rPr>
              <a:t>CONCLUSION</a:t>
            </a:r>
            <a:endParaRPr sz="1550" dirty="0"/>
          </a:p>
        </p:txBody>
      </p:sp>
      <p:sp>
        <p:nvSpPr>
          <p:cNvPr id="7" name="object 7"/>
          <p:cNvSpPr txBox="1">
            <a:spLocks noGrp="1"/>
          </p:cNvSpPr>
          <p:nvPr>
            <p:ph idx="1"/>
          </p:nvPr>
        </p:nvSpPr>
        <p:spPr>
          <a:xfrm>
            <a:off x="871069" y="1584325"/>
            <a:ext cx="5490684" cy="86722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06045" marR="90170" indent="-8255">
              <a:lnSpc>
                <a:spcPct val="101200"/>
              </a:lnSpc>
              <a:spcBef>
                <a:spcPts val="85"/>
              </a:spcBef>
            </a:pPr>
            <a:r>
              <a:rPr spc="-35" dirty="0"/>
              <a:t>Thank</a:t>
            </a:r>
            <a:r>
              <a:rPr spc="-50" dirty="0"/>
              <a:t> </a:t>
            </a:r>
            <a:r>
              <a:rPr spc="-30" dirty="0"/>
              <a:t>you</a:t>
            </a:r>
            <a:r>
              <a:rPr spc="-45" dirty="0"/>
              <a:t> </a:t>
            </a:r>
            <a:r>
              <a:rPr spc="-65" dirty="0"/>
              <a:t>for</a:t>
            </a:r>
            <a:r>
              <a:rPr spc="-45" dirty="0"/>
              <a:t> </a:t>
            </a:r>
            <a:r>
              <a:rPr spc="-40" dirty="0"/>
              <a:t>joining</a:t>
            </a:r>
            <a:r>
              <a:rPr spc="-45" dirty="0"/>
              <a:t> </a:t>
            </a:r>
            <a:r>
              <a:rPr dirty="0"/>
              <a:t>us</a:t>
            </a:r>
            <a:r>
              <a:rPr spc="-45" dirty="0"/>
              <a:t> </a:t>
            </a:r>
            <a:r>
              <a:rPr spc="-40" dirty="0"/>
              <a:t>today</a:t>
            </a:r>
            <a:r>
              <a:rPr spc="-45" dirty="0"/>
              <a:t> </a:t>
            </a:r>
            <a:r>
              <a:rPr spc="-75" dirty="0"/>
              <a:t>to</a:t>
            </a:r>
            <a:r>
              <a:rPr spc="-50" dirty="0"/>
              <a:t> </a:t>
            </a:r>
            <a:r>
              <a:rPr spc="-45" dirty="0"/>
              <a:t>learn </a:t>
            </a:r>
            <a:r>
              <a:rPr spc="-30" dirty="0"/>
              <a:t>about</a:t>
            </a:r>
            <a:r>
              <a:rPr spc="-45" dirty="0"/>
              <a:t> </a:t>
            </a:r>
            <a:r>
              <a:rPr spc="-50" dirty="0"/>
              <a:t>QuickBasket,</a:t>
            </a:r>
            <a:r>
              <a:rPr spc="-45" dirty="0"/>
              <a:t> </a:t>
            </a:r>
            <a:r>
              <a:rPr spc="-65" dirty="0"/>
              <a:t>the</a:t>
            </a:r>
            <a:r>
              <a:rPr spc="-45" dirty="0"/>
              <a:t> fast </a:t>
            </a:r>
            <a:r>
              <a:rPr spc="-25" dirty="0"/>
              <a:t>and </a:t>
            </a:r>
            <a:r>
              <a:rPr spc="-45" dirty="0"/>
              <a:t>convenient</a:t>
            </a:r>
            <a:r>
              <a:rPr spc="-40" dirty="0"/>
              <a:t> </a:t>
            </a:r>
            <a:r>
              <a:rPr spc="-35" dirty="0"/>
              <a:t>grocery </a:t>
            </a:r>
            <a:r>
              <a:rPr spc="-45" dirty="0"/>
              <a:t>store</a:t>
            </a:r>
            <a:r>
              <a:rPr spc="-35" dirty="0"/>
              <a:t> </a:t>
            </a:r>
            <a:r>
              <a:rPr spc="-60" dirty="0"/>
              <a:t>website.</a:t>
            </a:r>
            <a:r>
              <a:rPr spc="-40" dirty="0"/>
              <a:t> </a:t>
            </a:r>
            <a:r>
              <a:rPr spc="-55" dirty="0"/>
              <a:t>With</a:t>
            </a:r>
            <a:r>
              <a:rPr spc="-35" dirty="0"/>
              <a:t> </a:t>
            </a:r>
            <a:r>
              <a:rPr spc="-50" dirty="0"/>
              <a:t>QuickBasket,</a:t>
            </a:r>
            <a:r>
              <a:rPr spc="-35" dirty="0"/>
              <a:t> </a:t>
            </a:r>
            <a:r>
              <a:rPr spc="-30" dirty="0"/>
              <a:t>you</a:t>
            </a:r>
            <a:r>
              <a:rPr spc="-35" dirty="0"/>
              <a:t> </a:t>
            </a:r>
            <a:r>
              <a:rPr spc="-10" dirty="0"/>
              <a:t>can</a:t>
            </a:r>
            <a:r>
              <a:rPr spc="-40" dirty="0"/>
              <a:t> </a:t>
            </a:r>
            <a:r>
              <a:rPr spc="-65" dirty="0"/>
              <a:t>enjoy</a:t>
            </a:r>
            <a:r>
              <a:rPr spc="-35" dirty="0"/>
              <a:t> </a:t>
            </a:r>
            <a:r>
              <a:rPr spc="-25" dirty="0"/>
              <a:t>the</a:t>
            </a:r>
            <a:r>
              <a:rPr lang="en-US" spc="-55" dirty="0"/>
              <a:t> </a:t>
            </a:r>
            <a:r>
              <a:rPr lang="en-US" dirty="0"/>
              <a:t>Say</a:t>
            </a:r>
            <a:r>
              <a:rPr lang="en-US" spc="-50" dirty="0"/>
              <a:t> </a:t>
            </a:r>
            <a:r>
              <a:rPr lang="en-US" spc="-10" dirty="0"/>
              <a:t>goodbye</a:t>
            </a:r>
            <a:r>
              <a:rPr lang="en-US" spc="-55" dirty="0"/>
              <a:t> </a:t>
            </a:r>
            <a:r>
              <a:rPr lang="en-US" spc="-75" dirty="0"/>
              <a:t>to</a:t>
            </a:r>
            <a:r>
              <a:rPr lang="en-US" spc="-50" dirty="0"/>
              <a:t> </a:t>
            </a:r>
            <a:r>
              <a:rPr lang="en-US" spc="-20" dirty="0"/>
              <a:t>long </a:t>
            </a:r>
            <a:r>
              <a:rPr lang="en-US" spc="-30" dirty="0"/>
              <a:t>lines</a:t>
            </a:r>
            <a:r>
              <a:rPr lang="en-US" spc="-55" dirty="0"/>
              <a:t> </a:t>
            </a:r>
            <a:r>
              <a:rPr lang="en-US" dirty="0"/>
              <a:t>and</a:t>
            </a:r>
            <a:r>
              <a:rPr lang="en-US" spc="-50" dirty="0"/>
              <a:t> </a:t>
            </a:r>
            <a:r>
              <a:rPr lang="en-US" spc="-30" dirty="0"/>
              <a:t>heavy</a:t>
            </a:r>
            <a:r>
              <a:rPr lang="en-US" spc="-50" dirty="0"/>
              <a:t> </a:t>
            </a:r>
            <a:r>
              <a:rPr lang="en-US" spc="-10" dirty="0"/>
              <a:t>bags,</a:t>
            </a:r>
            <a:r>
              <a:rPr lang="en-US" spc="-50" dirty="0"/>
              <a:t> </a:t>
            </a:r>
            <a:r>
              <a:rPr lang="en-US" dirty="0"/>
              <a:t>and</a:t>
            </a:r>
            <a:r>
              <a:rPr lang="en-US" spc="-50" dirty="0"/>
              <a:t> </a:t>
            </a:r>
            <a:r>
              <a:rPr lang="en-US" dirty="0"/>
              <a:t>say</a:t>
            </a:r>
            <a:r>
              <a:rPr lang="en-US" spc="-50" dirty="0"/>
              <a:t> </a:t>
            </a:r>
            <a:r>
              <a:rPr lang="en-US" spc="-60" dirty="0"/>
              <a:t>hello</a:t>
            </a:r>
            <a:r>
              <a:rPr lang="en-US" spc="-50" dirty="0"/>
              <a:t> </a:t>
            </a:r>
            <a:r>
              <a:rPr lang="en-US" spc="-75" dirty="0"/>
              <a:t>to</a:t>
            </a:r>
            <a:r>
              <a:rPr lang="en-US" spc="-50" dirty="0"/>
              <a:t> </a:t>
            </a:r>
            <a:r>
              <a:rPr lang="en-US" dirty="0"/>
              <a:t>a</a:t>
            </a:r>
            <a:r>
              <a:rPr lang="en-US" spc="-50" dirty="0"/>
              <a:t> </a:t>
            </a:r>
            <a:r>
              <a:rPr lang="en-US" spc="-25" dirty="0"/>
              <a:t>stress-</a:t>
            </a:r>
            <a:r>
              <a:rPr lang="en-US" spc="-70" dirty="0"/>
              <a:t>free</a:t>
            </a:r>
            <a:r>
              <a:rPr lang="en-US" spc="-50" dirty="0"/>
              <a:t> </a:t>
            </a:r>
            <a:r>
              <a:rPr lang="en-US" dirty="0"/>
              <a:t>shopping</a:t>
            </a:r>
            <a:r>
              <a:rPr lang="en-US" spc="-50" dirty="0"/>
              <a:t> </a:t>
            </a:r>
            <a:r>
              <a:rPr lang="en-US" spc="-20" dirty="0"/>
              <a:t>experience.</a:t>
            </a:r>
          </a:p>
          <a:p>
            <a:pPr marL="41275" marR="33020" indent="0">
              <a:lnSpc>
                <a:spcPts val="1200"/>
              </a:lnSpc>
              <a:spcBef>
                <a:spcPts val="105"/>
              </a:spcBef>
              <a:buNone/>
            </a:pPr>
            <a:r>
              <a:rPr spc="-45" dirty="0"/>
              <a:t>Start</a:t>
            </a:r>
            <a:r>
              <a:rPr spc="-50" dirty="0"/>
              <a:t> </a:t>
            </a:r>
            <a:r>
              <a:rPr dirty="0"/>
              <a:t>using</a:t>
            </a:r>
            <a:r>
              <a:rPr spc="-45" dirty="0"/>
              <a:t> </a:t>
            </a:r>
            <a:r>
              <a:rPr spc="-35" dirty="0"/>
              <a:t>QuickBasket</a:t>
            </a:r>
            <a:r>
              <a:rPr spc="-50" dirty="0"/>
              <a:t> </a:t>
            </a:r>
            <a:r>
              <a:rPr spc="-40" dirty="0"/>
              <a:t>today</a:t>
            </a:r>
            <a:r>
              <a:rPr spc="-4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30" dirty="0"/>
              <a:t>discover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50" dirty="0"/>
              <a:t>whole </a:t>
            </a:r>
            <a:r>
              <a:rPr spc="-45" dirty="0"/>
              <a:t>new </a:t>
            </a:r>
            <a:r>
              <a:rPr spc="-35" dirty="0"/>
              <a:t>way</a:t>
            </a:r>
            <a:r>
              <a:rPr spc="-50" dirty="0"/>
              <a:t> </a:t>
            </a:r>
            <a:r>
              <a:rPr spc="-75" dirty="0"/>
              <a:t>to</a:t>
            </a:r>
            <a:r>
              <a:rPr spc="-45" dirty="0"/>
              <a:t> </a:t>
            </a:r>
            <a:r>
              <a:rPr dirty="0"/>
              <a:t>shop</a:t>
            </a:r>
            <a:r>
              <a:rPr spc="-45" dirty="0"/>
              <a:t> </a:t>
            </a:r>
            <a:r>
              <a:rPr spc="-25" dirty="0"/>
              <a:t>for </a:t>
            </a:r>
            <a:r>
              <a:rPr spc="-10" dirty="0"/>
              <a:t>groceries!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495550" y="532441"/>
            <a:ext cx="1734738" cy="50783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200" spc="-65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Thanks!</a:t>
            </a:r>
            <a:endParaRPr sz="320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1954" y="1427428"/>
            <a:ext cx="2912745" cy="8944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2500"/>
              </a:lnSpc>
              <a:spcBef>
                <a:spcPts val="100"/>
              </a:spcBef>
            </a:pPr>
            <a:r>
              <a:rPr lang="en-US" sz="2000" spc="-10" dirty="0">
                <a:solidFill>
                  <a:srgbClr val="B65341"/>
                </a:solidFill>
                <a:latin typeface="Trebuchet MS"/>
                <a:cs typeface="Trebuchet MS"/>
              </a:rPr>
              <a:t>Connect us on:</a:t>
            </a:r>
          </a:p>
          <a:p>
            <a:pPr marL="12700" marR="5080" algn="ctr">
              <a:lnSpc>
                <a:spcPct val="112500"/>
              </a:lnSpc>
              <a:spcBef>
                <a:spcPts val="100"/>
              </a:spcBef>
            </a:pPr>
            <a:r>
              <a:rPr lang="en-IN" sz="1200" spc="-10" dirty="0">
                <a:solidFill>
                  <a:srgbClr val="B65341"/>
                </a:solidFill>
                <a:latin typeface="Trebuchet MS"/>
                <a:cs typeface="Trebuchet MS"/>
              </a:rPr>
              <a:t> </a:t>
            </a:r>
          </a:p>
          <a:p>
            <a:pPr marL="12700" marR="5080" algn="ctr">
              <a:lnSpc>
                <a:spcPct val="112500"/>
              </a:lnSpc>
              <a:spcBef>
                <a:spcPts val="100"/>
              </a:spcBef>
            </a:pPr>
            <a:r>
              <a:rPr lang="en-IN" spc="-10" dirty="0"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Quickbasket123@gmail.com</a:t>
            </a:r>
            <a:endParaRPr lang="en-IN" spc="-10" dirty="0"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E426F9-3F83-DC08-D728-C6B9D132AC22}"/>
              </a:ext>
            </a:extLst>
          </p:cNvPr>
          <p:cNvSpPr txBox="1"/>
          <p:nvPr/>
        </p:nvSpPr>
        <p:spPr>
          <a:xfrm>
            <a:off x="752115" y="2574925"/>
            <a:ext cx="2212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 No:  0123456789</a:t>
            </a:r>
            <a:endParaRPr lang="en-IN" dirty="0"/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090257BC-D2AE-09A6-A3E8-1CB2EEBC72BA}"/>
              </a:ext>
            </a:extLst>
          </p:cNvPr>
          <p:cNvSpPr/>
          <p:nvPr/>
        </p:nvSpPr>
        <p:spPr>
          <a:xfrm>
            <a:off x="142874" y="2117725"/>
            <a:ext cx="228600" cy="97791"/>
          </a:xfrm>
          <a:prstGeom prst="chevron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780B4379-4561-E2E3-06C6-C707BDD7800A}"/>
              </a:ext>
            </a:extLst>
          </p:cNvPr>
          <p:cNvSpPr/>
          <p:nvPr/>
        </p:nvSpPr>
        <p:spPr>
          <a:xfrm>
            <a:off x="152397" y="2710695"/>
            <a:ext cx="228601" cy="97791"/>
          </a:xfrm>
          <a:prstGeom prst="chevron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F24B05-7FB0-D5D8-2045-1789C71BB9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550" y="1355725"/>
            <a:ext cx="2426902" cy="183747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</TotalTime>
  <Words>511</Words>
  <Application>Microsoft Office PowerPoint</Application>
  <PresentationFormat>Custom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STXihei</vt:lpstr>
      <vt:lpstr>Arial</vt:lpstr>
      <vt:lpstr>Garamond</vt:lpstr>
      <vt:lpstr>Söhne</vt:lpstr>
      <vt:lpstr>Trebuchet MS</vt:lpstr>
      <vt:lpstr>Organic</vt:lpstr>
      <vt:lpstr>PowerPoint Presentation</vt:lpstr>
      <vt:lpstr>INTRODUCTION</vt:lpstr>
      <vt:lpstr>EASY TO USE</vt:lpstr>
      <vt:lpstr>FAST DELIVERY</vt:lpstr>
      <vt:lpstr>WIDE SELECTION</vt:lpstr>
      <vt:lpstr>PERSONALIZED RECOMMENDATIONS</vt:lpstr>
      <vt:lpstr>SECURE AND CONVENIENT PAYMENT</vt:lpstr>
      <vt:lpstr>24/7 CUSTOMER SUPPORT</vt:lpstr>
      <vt:lpstr>CONCLUSION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K. Abhiram</dc:creator>
  <cp:lastModifiedBy>K. Abhiram</cp:lastModifiedBy>
  <cp:revision>2</cp:revision>
  <dcterms:created xsi:type="dcterms:W3CDTF">2023-10-29T14:45:45Z</dcterms:created>
  <dcterms:modified xsi:type="dcterms:W3CDTF">2023-10-29T17:00:25Z</dcterms:modified>
</cp:coreProperties>
</file>